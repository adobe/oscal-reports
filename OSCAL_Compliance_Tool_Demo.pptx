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92" r:id="rId4"/>
  </p:sldMasterIdLst>
  <p:notesMasterIdLst>
    <p:notesMasterId r:id="rId25"/>
  </p:notesMasterIdLst>
  <p:handoutMasterIdLst>
    <p:handoutMasterId r:id="rId26"/>
  </p:handoutMasterIdLst>
  <p:sldIdLst>
    <p:sldId id="2561" r:id="rId5"/>
    <p:sldId id="2562" r:id="rId6"/>
    <p:sldId id="2563" r:id="rId7"/>
    <p:sldId id="2564" r:id="rId8"/>
    <p:sldId id="2565" r:id="rId9"/>
    <p:sldId id="2566" r:id="rId10"/>
    <p:sldId id="2567" r:id="rId11"/>
    <p:sldId id="2568" r:id="rId12"/>
    <p:sldId id="2569" r:id="rId13"/>
    <p:sldId id="2578" r:id="rId14"/>
    <p:sldId id="2570" r:id="rId15"/>
    <p:sldId id="2571" r:id="rId16"/>
    <p:sldId id="2572" r:id="rId17"/>
    <p:sldId id="2573" r:id="rId18"/>
    <p:sldId id="2574" r:id="rId19"/>
    <p:sldId id="2575" r:id="rId20"/>
    <p:sldId id="2576" r:id="rId21"/>
    <p:sldId id="2577" r:id="rId22"/>
    <p:sldId id="2580" r:id="rId23"/>
    <p:sldId id="257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SCAL Compliance Tool – Executive Demo" id="{01C58471-DA7C-4539-A747-DF9D298E1462}">
          <p14:sldIdLst>
            <p14:sldId id="2561"/>
          </p14:sldIdLst>
        </p14:section>
        <p14:section name="Introduction" id="{9A4D18FB-4CFB-4483-B8F5-716FEFCAECEB}">
          <p14:sldIdLst>
            <p14:sldId id="2562"/>
            <p14:sldId id="2563"/>
          </p14:sldIdLst>
        </p14:section>
        <p14:section name="Background on OSCAL" id="{C13C4A2C-B135-48C3-8A49-62510B98553E}">
          <p14:sldIdLst>
            <p14:sldId id="2564"/>
            <p14:sldId id="2565"/>
          </p14:sldIdLst>
        </p14:section>
        <p14:section name="Existing Tools in Adobe" id="{730B9074-F3C4-46C9-A02E-7F52EC18E780}">
          <p14:sldIdLst>
            <p14:sldId id="2566"/>
            <p14:sldId id="2567"/>
          </p14:sldIdLst>
        </p14:section>
        <p14:section name="Challenges Faced" id="{090340D5-3344-46EF-8D3B-3DC00939E5E1}">
          <p14:sldIdLst>
            <p14:sldId id="2568"/>
            <p14:sldId id="2569"/>
            <p14:sldId id="2578"/>
          </p14:sldIdLst>
        </p14:section>
        <p14:section name="Future Scope and Benefits" id="{DC1B3533-6CB5-46FB-B05D-0827852A493D}">
          <p14:sldIdLst>
            <p14:sldId id="2570"/>
            <p14:sldId id="2571"/>
          </p14:sldIdLst>
        </p14:section>
        <p14:section name="Why Investment Matters" id="{5882B690-2223-4D1E-B967-C964628C27A8}">
          <p14:sldIdLst>
            <p14:sldId id="2572"/>
            <p14:sldId id="2573"/>
          </p14:sldIdLst>
        </p14:section>
        <p14:section name="Demo and Next Steps" id="{B9BEAA46-666A-457F-BD1D-245E15F5E97D}">
          <p14:sldIdLst>
            <p14:sldId id="2574"/>
            <p14:sldId id="2575"/>
            <p14:sldId id="2576"/>
            <p14:sldId id="2577"/>
            <p14:sldId id="2580"/>
            <p14:sldId id="257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10E4221-6F06-64E5-5214-772388C857B5}" name="Elizabeth Feldbruegge (ALLEGIS GROUP HOLDINGS INC)" initials="EF(GHI" userId="S::v-felizabeth@microsoft.com::ba5aea11-28e4-484d-8e49-c15efb1bd2e9" providerId="AD"/>
  <p188:author id="{98C28768-C62F-F64F-6347-87559A624ABE}" name="Kaila Orsucci" initials="K" userId="S::kaila@andersenconsultants.com::11b61a15-dbbf-4176-9673-5e6d6ac372ec" providerId="AD"/>
  <p188:author id="{9941987A-41B7-49AC-EE6E-03F2D0BD95BA}" name="Daria Naidenov" initials="DN" userId="S::danaidenov@microsoft.com::ab38ab5f-bdf0-4774-ae5a-d2782abb202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15BAAF-7B07-5946-A68F-C3D8B0843C06}" v="1141" dt="2025-12-03T23:47:39.7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99"/>
    <p:restoredTop sz="86453"/>
  </p:normalViewPr>
  <p:slideViewPr>
    <p:cSldViewPr snapToGrid="0">
      <p:cViewPr varScale="1">
        <p:scale>
          <a:sx n="93" d="100"/>
          <a:sy n="93" d="100"/>
        </p:scale>
        <p:origin x="1888" y="496"/>
      </p:cViewPr>
      <p:guideLst>
        <p:guide orient="horz" pos="2160"/>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77BE7CFD-D5EE-4162-867B-83413E8BA38D}"/>
    <pc:docChg chg="addSld delSld modSld addSection">
      <pc:chgData name="" userId="" providerId="" clId="Web-{77BE7CFD-D5EE-4162-867B-83413E8BA38D}" dt="2025-11-30T22:26:16.262" v="17" actId="34807"/>
      <pc:docMkLst>
        <pc:docMk/>
      </pc:docMkLst>
      <pc:sldChg chg="modSp add mod modClrScheme addAnim chgLayout">
        <pc:chgData name="" userId="" providerId="" clId="Web-{77BE7CFD-D5EE-4162-867B-83413E8BA38D}" dt="2025-11-30T22:26:16.262" v="4" actId="34807"/>
        <pc:sldMkLst>
          <pc:docMk/>
          <pc:sldMk cId="4169979767" sldId="2561"/>
        </pc:sldMkLst>
        <pc:spChg chg="mod">
          <ac:chgData name="" userId="" providerId="" clId="Web-{77BE7CFD-D5EE-4162-867B-83413E8BA38D}" dt="2025-11-30T22:26:16.262" v="1" actId="34807"/>
          <ac:spMkLst>
            <pc:docMk/>
            <pc:sldMk cId="4169979767" sldId="2561"/>
            <ac:spMk id="2" creationId="{AA6E19F0-54F5-1E64-2237-B33646A525F4}"/>
          </ac:spMkLst>
        </pc:spChg>
        <pc:spChg chg="mod">
          <ac:chgData name="" userId="" providerId="" clId="Web-{77BE7CFD-D5EE-4162-867B-83413E8BA38D}" dt="2025-11-30T22:26:16.262" v="1" actId="34807"/>
          <ac:spMkLst>
            <pc:docMk/>
            <pc:sldMk cId="4169979767" sldId="2561"/>
            <ac:spMk id="3" creationId="{0457094F-EBFA-385A-C0CF-F5D90FCCBAE0}"/>
          </ac:spMkLst>
        </pc:spChg>
        <pc:picChg chg="mod">
          <ac:chgData name="" userId="" providerId="" clId="Web-{77BE7CFD-D5EE-4162-867B-83413E8BA38D}" dt="2025-11-30T22:26:16.262" v="1" actId="34807"/>
          <ac:picMkLst>
            <pc:docMk/>
            <pc:sldMk cId="4169979767" sldId="2561"/>
            <ac:picMk id="4" creationId="{998C3406-656D-4B21-BFDB-D54370CA178E}"/>
          </ac:picMkLst>
        </pc:picChg>
      </pc:sldChg>
      <pc:sldChg chg="modSp add mod modTransition addAnim chgLayout">
        <pc:chgData name="" userId="" providerId="" clId="Web-{77BE7CFD-D5EE-4162-867B-83413E8BA38D}" dt="2025-11-30T22:26:16.262" v="5" actId="34807"/>
        <pc:sldMkLst>
          <pc:docMk/>
          <pc:sldMk cId="1352343287" sldId="2562"/>
        </pc:sldMkLst>
        <pc:spChg chg="mod">
          <ac:chgData name="" userId="" providerId="" clId="Web-{77BE7CFD-D5EE-4162-867B-83413E8BA38D}" dt="2025-11-30T22:26:16.262" v="1" actId="34807"/>
          <ac:spMkLst>
            <pc:docMk/>
            <pc:sldMk cId="1352343287" sldId="2562"/>
            <ac:spMk id="2" creationId="{AEC76E86-37EA-ECC3-4AD8-E133388A266B}"/>
          </ac:spMkLst>
        </pc:spChg>
      </pc:sldChg>
      <pc:sldChg chg="modSp add mod modTransition modClrScheme addAnim chgLayout">
        <pc:chgData name="" userId="" providerId="" clId="Web-{77BE7CFD-D5EE-4162-867B-83413E8BA38D}" dt="2025-11-30T22:26:16.262" v="6" actId="34807"/>
        <pc:sldMkLst>
          <pc:docMk/>
          <pc:sldMk cId="728984326" sldId="2563"/>
        </pc:sldMkLst>
        <pc:spChg chg="mod">
          <ac:chgData name="" userId="" providerId="" clId="Web-{77BE7CFD-D5EE-4162-867B-83413E8BA38D}" dt="2025-11-30T22:26:16.262" v="1" actId="34807"/>
          <ac:spMkLst>
            <pc:docMk/>
            <pc:sldMk cId="728984326" sldId="2563"/>
            <ac:spMk id="2" creationId="{81136E39-AA3A-344A-3B1B-3F20C5A7EE49}"/>
          </ac:spMkLst>
        </pc:spChg>
        <pc:spChg chg="mod">
          <ac:chgData name="" userId="" providerId="" clId="Web-{77BE7CFD-D5EE-4162-867B-83413E8BA38D}" dt="2025-11-30T22:26:16.262" v="1" actId="34807"/>
          <ac:spMkLst>
            <pc:docMk/>
            <pc:sldMk cId="728984326" sldId="2563"/>
            <ac:spMk id="4" creationId="{7A138BE7-90C6-0303-4EC0-86D7AC552D32}"/>
          </ac:spMkLst>
        </pc:spChg>
        <pc:picChg chg="mod">
          <ac:chgData name="" userId="" providerId="" clId="Web-{77BE7CFD-D5EE-4162-867B-83413E8BA38D}" dt="2025-11-30T22:26:16.262" v="1" actId="34807"/>
          <ac:picMkLst>
            <pc:docMk/>
            <pc:sldMk cId="728984326" sldId="2563"/>
            <ac:picMk id="5" creationId="{B643B872-4418-4744-8E25-A016FCB9312E}"/>
          </ac:picMkLst>
        </pc:picChg>
      </pc:sldChg>
      <pc:sldChg chg="modSp add mod modTransition addAnim chgLayout">
        <pc:chgData name="" userId="" providerId="" clId="Web-{77BE7CFD-D5EE-4162-867B-83413E8BA38D}" dt="2025-11-30T22:26:16.262" v="7" actId="34807"/>
        <pc:sldMkLst>
          <pc:docMk/>
          <pc:sldMk cId="747674798" sldId="2564"/>
        </pc:sldMkLst>
        <pc:spChg chg="mod">
          <ac:chgData name="" userId="" providerId="" clId="Web-{77BE7CFD-D5EE-4162-867B-83413E8BA38D}" dt="2025-11-30T22:26:16.262" v="1" actId="34807"/>
          <ac:spMkLst>
            <pc:docMk/>
            <pc:sldMk cId="747674798" sldId="2564"/>
            <ac:spMk id="2" creationId="{0B25FC94-B622-F45A-7D57-48F7D08AEDB1}"/>
          </ac:spMkLst>
        </pc:spChg>
      </pc:sldChg>
      <pc:sldChg chg="modSp add mod modTransition modClrScheme addAnim chgLayout">
        <pc:chgData name="" userId="" providerId="" clId="Web-{77BE7CFD-D5EE-4162-867B-83413E8BA38D}" dt="2025-11-30T22:26:16.262" v="8" actId="34807"/>
        <pc:sldMkLst>
          <pc:docMk/>
          <pc:sldMk cId="2742718792" sldId="2565"/>
        </pc:sldMkLst>
        <pc:spChg chg="mod">
          <ac:chgData name="" userId="" providerId="" clId="Web-{77BE7CFD-D5EE-4162-867B-83413E8BA38D}" dt="2025-11-30T22:26:16.262" v="1" actId="34807"/>
          <ac:spMkLst>
            <pc:docMk/>
            <pc:sldMk cId="2742718792" sldId="2565"/>
            <ac:spMk id="2" creationId="{0B7C96E4-6D78-90E0-BA39-72C8C6401DF9}"/>
          </ac:spMkLst>
        </pc:spChg>
        <pc:spChg chg="mod">
          <ac:chgData name="" userId="" providerId="" clId="Web-{77BE7CFD-D5EE-4162-867B-83413E8BA38D}" dt="2025-11-30T22:26:16.262" v="1" actId="34807"/>
          <ac:spMkLst>
            <pc:docMk/>
            <pc:sldMk cId="2742718792" sldId="2565"/>
            <ac:spMk id="4" creationId="{197970EA-EBDC-976C-C7C1-986F1E12053D}"/>
          </ac:spMkLst>
        </pc:spChg>
        <pc:picChg chg="mod">
          <ac:chgData name="" userId="" providerId="" clId="Web-{77BE7CFD-D5EE-4162-867B-83413E8BA38D}" dt="2025-11-30T22:26:16.262" v="1" actId="34807"/>
          <ac:picMkLst>
            <pc:docMk/>
            <pc:sldMk cId="2742718792" sldId="2565"/>
            <ac:picMk id="5" creationId="{F3F6CAF3-0383-4E86-9205-F349FEFC003B}"/>
          </ac:picMkLst>
        </pc:picChg>
      </pc:sldChg>
      <pc:sldChg chg="modSp add mod modTransition addAnim chgLayout">
        <pc:chgData name="" userId="" providerId="" clId="Web-{77BE7CFD-D5EE-4162-867B-83413E8BA38D}" dt="2025-11-30T22:26:16.262" v="9" actId="34807"/>
        <pc:sldMkLst>
          <pc:docMk/>
          <pc:sldMk cId="476014375" sldId="2566"/>
        </pc:sldMkLst>
        <pc:spChg chg="mod">
          <ac:chgData name="" userId="" providerId="" clId="Web-{77BE7CFD-D5EE-4162-867B-83413E8BA38D}" dt="2025-11-30T22:26:16.262" v="1" actId="34807"/>
          <ac:spMkLst>
            <pc:docMk/>
            <pc:sldMk cId="476014375" sldId="2566"/>
            <ac:spMk id="2" creationId="{347AD309-6F4E-FEF4-32DE-2C8FB15E35EF}"/>
          </ac:spMkLst>
        </pc:spChg>
      </pc:sldChg>
      <pc:sldChg chg="modSp add mod modTransition">
        <pc:chgData name="" userId="" providerId="" clId="Web-{77BE7CFD-D5EE-4162-867B-83413E8BA38D}" dt="2025-11-30T22:26:16.262" v="1" actId="34807"/>
        <pc:sldMkLst>
          <pc:docMk/>
          <pc:sldMk cId="1084978174" sldId="2567"/>
        </pc:sldMkLst>
        <pc:spChg chg="mod">
          <ac:chgData name="" userId="" providerId="" clId="Web-{77BE7CFD-D5EE-4162-867B-83413E8BA38D}" dt="2025-11-30T22:26:16.262" v="1" actId="34807"/>
          <ac:spMkLst>
            <pc:docMk/>
            <pc:sldMk cId="1084978174" sldId="2567"/>
            <ac:spMk id="2" creationId="{28194AC3-1708-1834-DB2A-966777B913D5}"/>
          </ac:spMkLst>
        </pc:spChg>
        <pc:graphicFrameChg chg="mod modGraphic">
          <ac:chgData name="" userId="" providerId="" clId="Web-{77BE7CFD-D5EE-4162-867B-83413E8BA38D}" dt="2025-11-30T22:26:16.262" v="1" actId="34807"/>
          <ac:graphicFrameMkLst>
            <pc:docMk/>
            <pc:sldMk cId="1084978174" sldId="2567"/>
            <ac:graphicFrameMk id="4" creationId="{C949BDD0-2D54-4182-A65F-F4805EB5294D}"/>
          </ac:graphicFrameMkLst>
        </pc:graphicFrameChg>
      </pc:sldChg>
      <pc:sldChg chg="modSp add mod modTransition addAnim chgLayout">
        <pc:chgData name="" userId="" providerId="" clId="Web-{77BE7CFD-D5EE-4162-867B-83413E8BA38D}" dt="2025-11-30T22:26:16.262" v="10" actId="34807"/>
        <pc:sldMkLst>
          <pc:docMk/>
          <pc:sldMk cId="4274179907" sldId="2568"/>
        </pc:sldMkLst>
        <pc:spChg chg="mod">
          <ac:chgData name="" userId="" providerId="" clId="Web-{77BE7CFD-D5EE-4162-867B-83413E8BA38D}" dt="2025-11-30T22:26:16.262" v="1" actId="34807"/>
          <ac:spMkLst>
            <pc:docMk/>
            <pc:sldMk cId="4274179907" sldId="2568"/>
            <ac:spMk id="2" creationId="{B646F812-1C4D-EF58-F76D-611E324DF8AE}"/>
          </ac:spMkLst>
        </pc:spChg>
      </pc:sldChg>
      <pc:sldChg chg="modSp add mod modTransition modClrScheme addAnim chgLayout">
        <pc:chgData name="" userId="" providerId="" clId="Web-{77BE7CFD-D5EE-4162-867B-83413E8BA38D}" dt="2025-11-30T22:26:16.262" v="11" actId="34807"/>
        <pc:sldMkLst>
          <pc:docMk/>
          <pc:sldMk cId="1833236901" sldId="2569"/>
        </pc:sldMkLst>
        <pc:spChg chg="mod">
          <ac:chgData name="" userId="" providerId="" clId="Web-{77BE7CFD-D5EE-4162-867B-83413E8BA38D}" dt="2025-11-30T22:26:16.262" v="1" actId="34807"/>
          <ac:spMkLst>
            <pc:docMk/>
            <pc:sldMk cId="1833236901" sldId="2569"/>
            <ac:spMk id="2" creationId="{18E5A30A-8BA5-56E7-592F-9C62A3709905}"/>
          </ac:spMkLst>
        </pc:spChg>
        <pc:spChg chg="mod">
          <ac:chgData name="" userId="" providerId="" clId="Web-{77BE7CFD-D5EE-4162-867B-83413E8BA38D}" dt="2025-11-30T22:26:16.262" v="1" actId="34807"/>
          <ac:spMkLst>
            <pc:docMk/>
            <pc:sldMk cId="1833236901" sldId="2569"/>
            <ac:spMk id="4" creationId="{C7675901-15DD-5F59-DB51-2753AD77E345}"/>
          </ac:spMkLst>
        </pc:spChg>
        <pc:picChg chg="mod ord">
          <ac:chgData name="" userId="" providerId="" clId="Web-{77BE7CFD-D5EE-4162-867B-83413E8BA38D}" dt="2025-11-30T22:26:16.262" v="1" actId="34807"/>
          <ac:picMkLst>
            <pc:docMk/>
            <pc:sldMk cId="1833236901" sldId="2569"/>
            <ac:picMk id="5" creationId="{E6C90398-4E13-4C49-AF28-FB57E3201CA8}"/>
          </ac:picMkLst>
        </pc:picChg>
      </pc:sldChg>
      <pc:sldChg chg="modSp add mod modTransition addAnim chgLayout">
        <pc:chgData name="" userId="" providerId="" clId="Web-{77BE7CFD-D5EE-4162-867B-83413E8BA38D}" dt="2025-11-30T22:26:16.262" v="12" actId="34807"/>
        <pc:sldMkLst>
          <pc:docMk/>
          <pc:sldMk cId="801341816" sldId="2570"/>
        </pc:sldMkLst>
        <pc:spChg chg="mod">
          <ac:chgData name="" userId="" providerId="" clId="Web-{77BE7CFD-D5EE-4162-867B-83413E8BA38D}" dt="2025-11-30T22:26:16.262" v="1" actId="34807"/>
          <ac:spMkLst>
            <pc:docMk/>
            <pc:sldMk cId="801341816" sldId="2570"/>
            <ac:spMk id="2" creationId="{C6F6DED7-4462-4CAE-C870-915B89A0701A}"/>
          </ac:spMkLst>
        </pc:spChg>
      </pc:sldChg>
      <pc:sldChg chg="modSp add mod modTransition modClrScheme addAnim chgLayout">
        <pc:chgData name="" userId="" providerId="" clId="Web-{77BE7CFD-D5EE-4162-867B-83413E8BA38D}" dt="2025-11-30T22:26:16.262" v="13" actId="34807"/>
        <pc:sldMkLst>
          <pc:docMk/>
          <pc:sldMk cId="1705617485" sldId="2571"/>
        </pc:sldMkLst>
        <pc:spChg chg="mod">
          <ac:chgData name="" userId="" providerId="" clId="Web-{77BE7CFD-D5EE-4162-867B-83413E8BA38D}" dt="2025-11-30T22:26:16.262" v="1" actId="34807"/>
          <ac:spMkLst>
            <pc:docMk/>
            <pc:sldMk cId="1705617485" sldId="2571"/>
            <ac:spMk id="2" creationId="{4AC11438-E729-E035-7C9A-E8D48F6ABC1D}"/>
          </ac:spMkLst>
        </pc:spChg>
        <pc:spChg chg="mod">
          <ac:chgData name="" userId="" providerId="" clId="Web-{77BE7CFD-D5EE-4162-867B-83413E8BA38D}" dt="2025-11-30T22:26:16.262" v="1" actId="34807"/>
          <ac:spMkLst>
            <pc:docMk/>
            <pc:sldMk cId="1705617485" sldId="2571"/>
            <ac:spMk id="4" creationId="{FF5F5206-0C29-02EF-C405-FF8B92D91801}"/>
          </ac:spMkLst>
        </pc:spChg>
        <pc:picChg chg="mod ord">
          <ac:chgData name="" userId="" providerId="" clId="Web-{77BE7CFD-D5EE-4162-867B-83413E8BA38D}" dt="2025-11-30T22:26:16.262" v="1" actId="34807"/>
          <ac:picMkLst>
            <pc:docMk/>
            <pc:sldMk cId="1705617485" sldId="2571"/>
            <ac:picMk id="5" creationId="{8A79CBC0-757D-4562-9747-1E7FC3BBD048}"/>
          </ac:picMkLst>
        </pc:picChg>
      </pc:sldChg>
      <pc:sldChg chg="modSp add mod modTransition addAnim chgLayout">
        <pc:chgData name="" userId="" providerId="" clId="Web-{77BE7CFD-D5EE-4162-867B-83413E8BA38D}" dt="2025-11-30T22:26:16.262" v="14" actId="34807"/>
        <pc:sldMkLst>
          <pc:docMk/>
          <pc:sldMk cId="1503440935" sldId="2572"/>
        </pc:sldMkLst>
        <pc:spChg chg="mod">
          <ac:chgData name="" userId="" providerId="" clId="Web-{77BE7CFD-D5EE-4162-867B-83413E8BA38D}" dt="2025-11-30T22:26:16.262" v="1" actId="34807"/>
          <ac:spMkLst>
            <pc:docMk/>
            <pc:sldMk cId="1503440935" sldId="2572"/>
            <ac:spMk id="2" creationId="{1C43BC81-FAB3-4406-6CCE-46366DF437FA}"/>
          </ac:spMkLst>
        </pc:spChg>
      </pc:sldChg>
      <pc:sldChg chg="modSp add mod modTransition modClrScheme addAnim chgLayout">
        <pc:chgData name="" userId="" providerId="" clId="Web-{77BE7CFD-D5EE-4162-867B-83413E8BA38D}" dt="2025-11-30T22:26:16.262" v="15" actId="34807"/>
        <pc:sldMkLst>
          <pc:docMk/>
          <pc:sldMk cId="1420985552" sldId="2573"/>
        </pc:sldMkLst>
        <pc:spChg chg="mod">
          <ac:chgData name="" userId="" providerId="" clId="Web-{77BE7CFD-D5EE-4162-867B-83413E8BA38D}" dt="2025-11-30T22:26:16.262" v="1" actId="34807"/>
          <ac:spMkLst>
            <pc:docMk/>
            <pc:sldMk cId="1420985552" sldId="2573"/>
            <ac:spMk id="2" creationId="{FC5F2222-C4F6-3C84-92E3-65ADA02A79A5}"/>
          </ac:spMkLst>
        </pc:spChg>
        <pc:spChg chg="mod">
          <ac:chgData name="" userId="" providerId="" clId="Web-{77BE7CFD-D5EE-4162-867B-83413E8BA38D}" dt="2025-11-30T22:26:16.262" v="1" actId="34807"/>
          <ac:spMkLst>
            <pc:docMk/>
            <pc:sldMk cId="1420985552" sldId="2573"/>
            <ac:spMk id="4" creationId="{04364905-3D06-E066-F88A-B8ED3F85D180}"/>
          </ac:spMkLst>
        </pc:spChg>
      </pc:sldChg>
      <pc:sldChg chg="modSp add mod modTransition addAnim chgLayout">
        <pc:chgData name="" userId="" providerId="" clId="Web-{77BE7CFD-D5EE-4162-867B-83413E8BA38D}" dt="2025-11-30T22:26:16.262" v="16" actId="34807"/>
        <pc:sldMkLst>
          <pc:docMk/>
          <pc:sldMk cId="2754576721" sldId="2574"/>
        </pc:sldMkLst>
        <pc:spChg chg="mod">
          <ac:chgData name="" userId="" providerId="" clId="Web-{77BE7CFD-D5EE-4162-867B-83413E8BA38D}" dt="2025-11-30T22:26:16.262" v="1" actId="34807"/>
          <ac:spMkLst>
            <pc:docMk/>
            <pc:sldMk cId="2754576721" sldId="2574"/>
            <ac:spMk id="2" creationId="{9B3A995C-7916-B79C-C2BD-9271D067263C}"/>
          </ac:spMkLst>
        </pc:spChg>
      </pc:sldChg>
      <pc:sldChg chg="modSp add mod modTransition modClrScheme addAnim chgLayout">
        <pc:chgData name="" userId="" providerId="" clId="Web-{77BE7CFD-D5EE-4162-867B-83413E8BA38D}" dt="2025-11-30T22:26:16.262" v="17" actId="34807"/>
        <pc:sldMkLst>
          <pc:docMk/>
          <pc:sldMk cId="1233667441" sldId="2575"/>
        </pc:sldMkLst>
        <pc:spChg chg="mod">
          <ac:chgData name="" userId="" providerId="" clId="Web-{77BE7CFD-D5EE-4162-867B-83413E8BA38D}" dt="2025-11-30T22:26:16.262" v="1" actId="34807"/>
          <ac:spMkLst>
            <pc:docMk/>
            <pc:sldMk cId="1233667441" sldId="2575"/>
            <ac:spMk id="2" creationId="{EE337F72-21FC-4FD3-B2F9-9535B41F4F13}"/>
          </ac:spMkLst>
        </pc:spChg>
        <pc:spChg chg="mod">
          <ac:chgData name="" userId="" providerId="" clId="Web-{77BE7CFD-D5EE-4162-867B-83413E8BA38D}" dt="2025-11-30T22:26:16.262" v="1" actId="34807"/>
          <ac:spMkLst>
            <pc:docMk/>
            <pc:sldMk cId="1233667441" sldId="2575"/>
            <ac:spMk id="4" creationId="{5FF62A10-FECF-775B-6CE7-45995242EAFE}"/>
          </ac:spMkLst>
        </pc:spChg>
      </pc:sldChg>
    </pc:docChg>
  </pc:docChgLst>
  <pc:docChgLst>
    <pc:chgData name="Mukesh Kesharwani" userId="dd4ce3d9-e302-45d5-927d-ab066c339129" providerId="ADAL" clId="{58385415-C1A0-5A6B-9AEF-04F5EF694294}"/>
    <pc:docChg chg="undo custSel addSld modSld sldOrd modSection">
      <pc:chgData name="Mukesh Kesharwani" userId="dd4ce3d9-e302-45d5-927d-ab066c339129" providerId="ADAL" clId="{58385415-C1A0-5A6B-9AEF-04F5EF694294}" dt="2025-12-03T23:47:39.727" v="1545" actId="20577"/>
      <pc:docMkLst>
        <pc:docMk/>
      </pc:docMkLst>
      <pc:sldChg chg="modSp modNotesTx">
        <pc:chgData name="Mukesh Kesharwani" userId="dd4ce3d9-e302-45d5-927d-ab066c339129" providerId="ADAL" clId="{58385415-C1A0-5A6B-9AEF-04F5EF694294}" dt="2025-12-02T02:29:20.022" v="1339" actId="20577"/>
        <pc:sldMkLst>
          <pc:docMk/>
          <pc:sldMk cId="4169979767" sldId="2561"/>
        </pc:sldMkLst>
        <pc:spChg chg="mod">
          <ac:chgData name="Mukesh Kesharwani" userId="dd4ce3d9-e302-45d5-927d-ab066c339129" providerId="ADAL" clId="{58385415-C1A0-5A6B-9AEF-04F5EF694294}" dt="2025-11-30T22:51:48.691" v="51" actId="20577"/>
          <ac:spMkLst>
            <pc:docMk/>
            <pc:sldMk cId="4169979767" sldId="2561"/>
            <ac:spMk id="3" creationId="{0457094F-EBFA-385A-C0CF-F5D90FCCBAE0}"/>
          </ac:spMkLst>
        </pc:spChg>
      </pc:sldChg>
      <pc:sldChg chg="modSp mod">
        <pc:chgData name="Mukesh Kesharwani" userId="dd4ce3d9-e302-45d5-927d-ab066c339129" providerId="ADAL" clId="{58385415-C1A0-5A6B-9AEF-04F5EF694294}" dt="2025-11-30T23:28:44.388" v="554" actId="14100"/>
        <pc:sldMkLst>
          <pc:docMk/>
          <pc:sldMk cId="1352343287" sldId="2562"/>
        </pc:sldMkLst>
        <pc:spChg chg="mod">
          <ac:chgData name="Mukesh Kesharwani" userId="dd4ce3d9-e302-45d5-927d-ab066c339129" providerId="ADAL" clId="{58385415-C1A0-5A6B-9AEF-04F5EF694294}" dt="2025-11-30T23:28:44.388" v="554" actId="14100"/>
          <ac:spMkLst>
            <pc:docMk/>
            <pc:sldMk cId="1352343287" sldId="2562"/>
            <ac:spMk id="2" creationId="{AEC76E86-37EA-ECC3-4AD8-E133388A266B}"/>
          </ac:spMkLst>
        </pc:spChg>
      </pc:sldChg>
      <pc:sldChg chg="modSp mod modNotesTx">
        <pc:chgData name="Mukesh Kesharwani" userId="dd4ce3d9-e302-45d5-927d-ab066c339129" providerId="ADAL" clId="{58385415-C1A0-5A6B-9AEF-04F5EF694294}" dt="2025-12-03T23:47:39.727" v="1545" actId="20577"/>
        <pc:sldMkLst>
          <pc:docMk/>
          <pc:sldMk cId="728984326" sldId="2563"/>
        </pc:sldMkLst>
        <pc:spChg chg="mod">
          <ac:chgData name="Mukesh Kesharwani" userId="dd4ce3d9-e302-45d5-927d-ab066c339129" providerId="ADAL" clId="{58385415-C1A0-5A6B-9AEF-04F5EF694294}" dt="2025-11-30T23:28:50.823" v="555" actId="1076"/>
          <ac:spMkLst>
            <pc:docMk/>
            <pc:sldMk cId="728984326" sldId="2563"/>
            <ac:spMk id="2" creationId="{81136E39-AA3A-344A-3B1B-3F20C5A7EE49}"/>
          </ac:spMkLst>
        </pc:spChg>
        <pc:spChg chg="mod">
          <ac:chgData name="Mukesh Kesharwani" userId="dd4ce3d9-e302-45d5-927d-ab066c339129" providerId="ADAL" clId="{58385415-C1A0-5A6B-9AEF-04F5EF694294}" dt="2025-12-03T23:47:39.727" v="1545" actId="20577"/>
          <ac:spMkLst>
            <pc:docMk/>
            <pc:sldMk cId="728984326" sldId="2563"/>
            <ac:spMk id="4" creationId="{7A138BE7-90C6-0303-4EC0-86D7AC552D32}"/>
          </ac:spMkLst>
        </pc:spChg>
      </pc:sldChg>
      <pc:sldChg chg="modSp mod modNotesTx">
        <pc:chgData name="Mukesh Kesharwani" userId="dd4ce3d9-e302-45d5-927d-ab066c339129" providerId="ADAL" clId="{58385415-C1A0-5A6B-9AEF-04F5EF694294}" dt="2025-12-02T04:07:26.619" v="1496" actId="20577"/>
        <pc:sldMkLst>
          <pc:docMk/>
          <pc:sldMk cId="747674798" sldId="2564"/>
        </pc:sldMkLst>
        <pc:spChg chg="mod">
          <ac:chgData name="Mukesh Kesharwani" userId="dd4ce3d9-e302-45d5-927d-ab066c339129" providerId="ADAL" clId="{58385415-C1A0-5A6B-9AEF-04F5EF694294}" dt="2025-11-30T23:28:36.522" v="553" actId="14100"/>
          <ac:spMkLst>
            <pc:docMk/>
            <pc:sldMk cId="747674798" sldId="2564"/>
            <ac:spMk id="2" creationId="{0B25FC94-B622-F45A-7D57-48F7D08AEDB1}"/>
          </ac:spMkLst>
        </pc:spChg>
      </pc:sldChg>
      <pc:sldChg chg="modSp mod modAnim modNotesTx">
        <pc:chgData name="Mukesh Kesharwani" userId="dd4ce3d9-e302-45d5-927d-ab066c339129" providerId="ADAL" clId="{58385415-C1A0-5A6B-9AEF-04F5EF694294}" dt="2025-12-02T04:07:18.539" v="1491" actId="20577"/>
        <pc:sldMkLst>
          <pc:docMk/>
          <pc:sldMk cId="2742718792" sldId="2565"/>
        </pc:sldMkLst>
        <pc:spChg chg="mod">
          <ac:chgData name="Mukesh Kesharwani" userId="dd4ce3d9-e302-45d5-927d-ab066c339129" providerId="ADAL" clId="{58385415-C1A0-5A6B-9AEF-04F5EF694294}" dt="2025-11-30T23:24:59.476" v="529" actId="20577"/>
          <ac:spMkLst>
            <pc:docMk/>
            <pc:sldMk cId="2742718792" sldId="2565"/>
            <ac:spMk id="4" creationId="{197970EA-EBDC-976C-C7C1-986F1E12053D}"/>
          </ac:spMkLst>
        </pc:spChg>
        <pc:picChg chg="mod">
          <ac:chgData name="Mukesh Kesharwani" userId="dd4ce3d9-e302-45d5-927d-ab066c339129" providerId="ADAL" clId="{58385415-C1A0-5A6B-9AEF-04F5EF694294}" dt="2025-11-30T23:24:09.320" v="515" actId="14100"/>
          <ac:picMkLst>
            <pc:docMk/>
            <pc:sldMk cId="2742718792" sldId="2565"/>
            <ac:picMk id="5" creationId="{F3F6CAF3-0383-4E86-9205-F349FEFC003B}"/>
          </ac:picMkLst>
        </pc:picChg>
      </pc:sldChg>
      <pc:sldChg chg="modSp mod">
        <pc:chgData name="Mukesh Kesharwani" userId="dd4ce3d9-e302-45d5-927d-ab066c339129" providerId="ADAL" clId="{58385415-C1A0-5A6B-9AEF-04F5EF694294}" dt="2025-12-01T00:04:09.973" v="1244" actId="14100"/>
        <pc:sldMkLst>
          <pc:docMk/>
          <pc:sldMk cId="476014375" sldId="2566"/>
        </pc:sldMkLst>
        <pc:spChg chg="mod">
          <ac:chgData name="Mukesh Kesharwani" userId="dd4ce3d9-e302-45d5-927d-ab066c339129" providerId="ADAL" clId="{58385415-C1A0-5A6B-9AEF-04F5EF694294}" dt="2025-12-01T00:04:09.973" v="1244" actId="14100"/>
          <ac:spMkLst>
            <pc:docMk/>
            <pc:sldMk cId="476014375" sldId="2566"/>
            <ac:spMk id="2" creationId="{347AD309-6F4E-FEF4-32DE-2C8FB15E35EF}"/>
          </ac:spMkLst>
        </pc:spChg>
      </pc:sldChg>
      <pc:sldChg chg="addSp modSp mod modNotesTx">
        <pc:chgData name="Mukesh Kesharwani" userId="dd4ce3d9-e302-45d5-927d-ab066c339129" providerId="ADAL" clId="{58385415-C1A0-5A6B-9AEF-04F5EF694294}" dt="2025-12-02T04:07:04.397" v="1485" actId="20577"/>
        <pc:sldMkLst>
          <pc:docMk/>
          <pc:sldMk cId="1084978174" sldId="2567"/>
        </pc:sldMkLst>
        <pc:graphicFrameChg chg="mod">
          <ac:chgData name="Mukesh Kesharwani" userId="dd4ce3d9-e302-45d5-927d-ab066c339129" providerId="ADAL" clId="{58385415-C1A0-5A6B-9AEF-04F5EF694294}" dt="2025-11-30T23:07:50.192" v="195" actId="20577"/>
          <ac:graphicFrameMkLst>
            <pc:docMk/>
            <pc:sldMk cId="1084978174" sldId="2567"/>
            <ac:graphicFrameMk id="4" creationId="{C949BDD0-2D54-4182-A65F-F4805EB5294D}"/>
          </ac:graphicFrameMkLst>
        </pc:graphicFrameChg>
        <pc:picChg chg="add mod">
          <ac:chgData name="Mukesh Kesharwani" userId="dd4ce3d9-e302-45d5-927d-ab066c339129" providerId="ADAL" clId="{58385415-C1A0-5A6B-9AEF-04F5EF694294}" dt="2025-11-30T23:27:13.490" v="546" actId="14100"/>
          <ac:picMkLst>
            <pc:docMk/>
            <pc:sldMk cId="1084978174" sldId="2567"/>
            <ac:picMk id="3" creationId="{C8E17E6C-531D-34CD-64DB-857B1CD7DE57}"/>
          </ac:picMkLst>
        </pc:picChg>
      </pc:sldChg>
      <pc:sldChg chg="modSp mod">
        <pc:chgData name="Mukesh Kesharwani" userId="dd4ce3d9-e302-45d5-927d-ab066c339129" providerId="ADAL" clId="{58385415-C1A0-5A6B-9AEF-04F5EF694294}" dt="2025-12-01T00:03:53.157" v="1243" actId="14100"/>
        <pc:sldMkLst>
          <pc:docMk/>
          <pc:sldMk cId="4274179907" sldId="2568"/>
        </pc:sldMkLst>
        <pc:spChg chg="mod">
          <ac:chgData name="Mukesh Kesharwani" userId="dd4ce3d9-e302-45d5-927d-ab066c339129" providerId="ADAL" clId="{58385415-C1A0-5A6B-9AEF-04F5EF694294}" dt="2025-12-01T00:03:53.157" v="1243" actId="14100"/>
          <ac:spMkLst>
            <pc:docMk/>
            <pc:sldMk cId="4274179907" sldId="2568"/>
            <ac:spMk id="2" creationId="{B646F812-1C4D-EF58-F76D-611E324DF8AE}"/>
          </ac:spMkLst>
        </pc:spChg>
      </pc:sldChg>
      <pc:sldChg chg="modSp mod modNotesTx">
        <pc:chgData name="Mukesh Kesharwani" userId="dd4ce3d9-e302-45d5-927d-ab066c339129" providerId="ADAL" clId="{58385415-C1A0-5A6B-9AEF-04F5EF694294}" dt="2025-12-02T04:06:57.805" v="1484" actId="20577"/>
        <pc:sldMkLst>
          <pc:docMk/>
          <pc:sldMk cId="1833236901" sldId="2569"/>
        </pc:sldMkLst>
        <pc:spChg chg="mod">
          <ac:chgData name="Mukesh Kesharwani" userId="dd4ce3d9-e302-45d5-927d-ab066c339129" providerId="ADAL" clId="{58385415-C1A0-5A6B-9AEF-04F5EF694294}" dt="2025-12-02T01:39:33.962" v="1293" actId="14100"/>
          <ac:spMkLst>
            <pc:docMk/>
            <pc:sldMk cId="1833236901" sldId="2569"/>
            <ac:spMk id="4" creationId="{C7675901-15DD-5F59-DB51-2753AD77E345}"/>
          </ac:spMkLst>
        </pc:spChg>
        <pc:picChg chg="mod">
          <ac:chgData name="Mukesh Kesharwani" userId="dd4ce3d9-e302-45d5-927d-ab066c339129" providerId="ADAL" clId="{58385415-C1A0-5A6B-9AEF-04F5EF694294}" dt="2025-12-02T04:03:57.344" v="1442" actId="14100"/>
          <ac:picMkLst>
            <pc:docMk/>
            <pc:sldMk cId="1833236901" sldId="2569"/>
            <ac:picMk id="5" creationId="{E6C90398-4E13-4C49-AF28-FB57E3201CA8}"/>
          </ac:picMkLst>
        </pc:picChg>
      </pc:sldChg>
      <pc:sldChg chg="modSp mod modNotesTx">
        <pc:chgData name="Mukesh Kesharwani" userId="dd4ce3d9-e302-45d5-927d-ab066c339129" providerId="ADAL" clId="{58385415-C1A0-5A6B-9AEF-04F5EF694294}" dt="2025-12-02T04:05:26.513" v="1460" actId="20577"/>
        <pc:sldMkLst>
          <pc:docMk/>
          <pc:sldMk cId="801341816" sldId="2570"/>
        </pc:sldMkLst>
        <pc:spChg chg="mod">
          <ac:chgData name="Mukesh Kesharwani" userId="dd4ce3d9-e302-45d5-927d-ab066c339129" providerId="ADAL" clId="{58385415-C1A0-5A6B-9AEF-04F5EF694294}" dt="2025-11-30T23:30:23.812" v="564" actId="14100"/>
          <ac:spMkLst>
            <pc:docMk/>
            <pc:sldMk cId="801341816" sldId="2570"/>
            <ac:spMk id="2" creationId="{C6F6DED7-4462-4CAE-C870-915B89A0701A}"/>
          </ac:spMkLst>
        </pc:spChg>
      </pc:sldChg>
      <pc:sldChg chg="modSp mod modAnim modNotesTx">
        <pc:chgData name="Mukesh Kesharwani" userId="dd4ce3d9-e302-45d5-927d-ab066c339129" providerId="ADAL" clId="{58385415-C1A0-5A6B-9AEF-04F5EF694294}" dt="2025-12-02T04:06:42.729" v="1483" actId="20577"/>
        <pc:sldMkLst>
          <pc:docMk/>
          <pc:sldMk cId="1705617485" sldId="2571"/>
        </pc:sldMkLst>
        <pc:spChg chg="mod">
          <ac:chgData name="Mukesh Kesharwani" userId="dd4ce3d9-e302-45d5-927d-ab066c339129" providerId="ADAL" clId="{58385415-C1A0-5A6B-9AEF-04F5EF694294}" dt="2025-11-30T23:32:12.312" v="575" actId="113"/>
          <ac:spMkLst>
            <pc:docMk/>
            <pc:sldMk cId="1705617485" sldId="2571"/>
            <ac:spMk id="4" creationId="{FF5F5206-0C29-02EF-C405-FF8B92D91801}"/>
          </ac:spMkLst>
        </pc:spChg>
      </pc:sldChg>
      <pc:sldChg chg="modSp mod modNotesTx">
        <pc:chgData name="Mukesh Kesharwani" userId="dd4ce3d9-e302-45d5-927d-ab066c339129" providerId="ADAL" clId="{58385415-C1A0-5A6B-9AEF-04F5EF694294}" dt="2025-12-02T04:06:23.842" v="1477" actId="20577"/>
        <pc:sldMkLst>
          <pc:docMk/>
          <pc:sldMk cId="1503440935" sldId="2572"/>
        </pc:sldMkLst>
        <pc:spChg chg="mod">
          <ac:chgData name="Mukesh Kesharwani" userId="dd4ce3d9-e302-45d5-927d-ab066c339129" providerId="ADAL" clId="{58385415-C1A0-5A6B-9AEF-04F5EF694294}" dt="2025-11-30T23:32:54.335" v="578" actId="14100"/>
          <ac:spMkLst>
            <pc:docMk/>
            <pc:sldMk cId="1503440935" sldId="2572"/>
            <ac:spMk id="2" creationId="{1C43BC81-FAB3-4406-6CCE-46366DF437FA}"/>
          </ac:spMkLst>
        </pc:spChg>
      </pc:sldChg>
      <pc:sldChg chg="addSp delSp modSp mod modAnim modNotesTx">
        <pc:chgData name="Mukesh Kesharwani" userId="dd4ce3d9-e302-45d5-927d-ab066c339129" providerId="ADAL" clId="{58385415-C1A0-5A6B-9AEF-04F5EF694294}" dt="2025-12-02T04:05:50.843" v="1466" actId="20577"/>
        <pc:sldMkLst>
          <pc:docMk/>
          <pc:sldMk cId="1420985552" sldId="2573"/>
        </pc:sldMkLst>
        <pc:spChg chg="mod">
          <ac:chgData name="Mukesh Kesharwani" userId="dd4ce3d9-e302-45d5-927d-ab066c339129" providerId="ADAL" clId="{58385415-C1A0-5A6B-9AEF-04F5EF694294}" dt="2025-11-30T23:11:39.437" v="252" actId="1076"/>
          <ac:spMkLst>
            <pc:docMk/>
            <pc:sldMk cId="1420985552" sldId="2573"/>
            <ac:spMk id="2" creationId="{FC5F2222-C4F6-3C84-92E3-65ADA02A79A5}"/>
          </ac:spMkLst>
        </pc:spChg>
        <pc:spChg chg="mod">
          <ac:chgData name="Mukesh Kesharwani" userId="dd4ce3d9-e302-45d5-927d-ab066c339129" providerId="ADAL" clId="{58385415-C1A0-5A6B-9AEF-04F5EF694294}" dt="2025-12-02T02:35:29.239" v="1353" actId="27636"/>
          <ac:spMkLst>
            <pc:docMk/>
            <pc:sldMk cId="1420985552" sldId="2573"/>
            <ac:spMk id="4" creationId="{04364905-3D06-E066-F88A-B8ED3F85D180}"/>
          </ac:spMkLst>
        </pc:spChg>
        <pc:picChg chg="add mod">
          <ac:chgData name="Mukesh Kesharwani" userId="dd4ce3d9-e302-45d5-927d-ab066c339129" providerId="ADAL" clId="{58385415-C1A0-5A6B-9AEF-04F5EF694294}" dt="2025-11-30T23:56:42.768" v="1242" actId="1038"/>
          <ac:picMkLst>
            <pc:docMk/>
            <pc:sldMk cId="1420985552" sldId="2573"/>
            <ac:picMk id="9" creationId="{07E08D1E-A18D-5D2D-B3F6-82ABB6080A59}"/>
          </ac:picMkLst>
        </pc:picChg>
      </pc:sldChg>
      <pc:sldChg chg="modSp mod">
        <pc:chgData name="Mukesh Kesharwani" userId="dd4ce3d9-e302-45d5-927d-ab066c339129" providerId="ADAL" clId="{58385415-C1A0-5A6B-9AEF-04F5EF694294}" dt="2025-11-30T23:56:11.458" v="1236" actId="14100"/>
        <pc:sldMkLst>
          <pc:docMk/>
          <pc:sldMk cId="2754576721" sldId="2574"/>
        </pc:sldMkLst>
        <pc:spChg chg="mod">
          <ac:chgData name="Mukesh Kesharwani" userId="dd4ce3d9-e302-45d5-927d-ab066c339129" providerId="ADAL" clId="{58385415-C1A0-5A6B-9AEF-04F5EF694294}" dt="2025-11-30T23:56:11.458" v="1236" actId="14100"/>
          <ac:spMkLst>
            <pc:docMk/>
            <pc:sldMk cId="2754576721" sldId="2574"/>
            <ac:spMk id="2" creationId="{9B3A995C-7916-B79C-C2BD-9271D067263C}"/>
          </ac:spMkLst>
        </pc:spChg>
      </pc:sldChg>
      <pc:sldChg chg="addSp delSp modSp mod ord modNotesTx">
        <pc:chgData name="Mukesh Kesharwani" userId="dd4ce3d9-e302-45d5-927d-ab066c339129" providerId="ADAL" clId="{58385415-C1A0-5A6B-9AEF-04F5EF694294}" dt="2025-12-02T04:05:59.879" v="1467" actId="20577"/>
        <pc:sldMkLst>
          <pc:docMk/>
          <pc:sldMk cId="1233667441" sldId="2575"/>
        </pc:sldMkLst>
        <pc:spChg chg="mod">
          <ac:chgData name="Mukesh Kesharwani" userId="dd4ce3d9-e302-45d5-927d-ab066c339129" providerId="ADAL" clId="{58385415-C1A0-5A6B-9AEF-04F5EF694294}" dt="2025-11-30T23:14:08.356" v="283" actId="1076"/>
          <ac:spMkLst>
            <pc:docMk/>
            <pc:sldMk cId="1233667441" sldId="2575"/>
            <ac:spMk id="2" creationId="{EE337F72-21FC-4FD3-B2F9-9535B41F4F13}"/>
          </ac:spMkLst>
        </pc:spChg>
        <pc:spChg chg="mod">
          <ac:chgData name="Mukesh Kesharwani" userId="dd4ce3d9-e302-45d5-927d-ab066c339129" providerId="ADAL" clId="{58385415-C1A0-5A6B-9AEF-04F5EF694294}" dt="2025-12-02T02:35:44.143" v="1355" actId="20577"/>
          <ac:spMkLst>
            <pc:docMk/>
            <pc:sldMk cId="1233667441" sldId="2575"/>
            <ac:spMk id="4" creationId="{5FF62A10-FECF-775B-6CE7-45995242EAFE}"/>
          </ac:spMkLst>
        </pc:spChg>
        <pc:picChg chg="add mod">
          <ac:chgData name="Mukesh Kesharwani" userId="dd4ce3d9-e302-45d5-927d-ab066c339129" providerId="ADAL" clId="{58385415-C1A0-5A6B-9AEF-04F5EF694294}" dt="2025-11-30T23:38:23.955" v="628" actId="27614"/>
          <ac:picMkLst>
            <pc:docMk/>
            <pc:sldMk cId="1233667441" sldId="2575"/>
            <ac:picMk id="8" creationId="{69C4A519-C99D-B907-49D0-4FBC6F1B46D9}"/>
          </ac:picMkLst>
        </pc:picChg>
      </pc:sldChg>
      <pc:sldChg chg="modSp add ord">
        <pc:chgData name="Mukesh Kesharwani" userId="dd4ce3d9-e302-45d5-927d-ab066c339129" providerId="ADAL" clId="{58385415-C1A0-5A6B-9AEF-04F5EF694294}" dt="2025-11-30T23:43:42.113" v="715" actId="20578"/>
        <pc:sldMkLst>
          <pc:docMk/>
          <pc:sldMk cId="2684110299" sldId="2576"/>
        </pc:sldMkLst>
        <pc:spChg chg="mod">
          <ac:chgData name="Mukesh Kesharwani" userId="dd4ce3d9-e302-45d5-927d-ab066c339129" providerId="ADAL" clId="{58385415-C1A0-5A6B-9AEF-04F5EF694294}" dt="2025-11-30T23:43:09.766" v="711" actId="20577"/>
          <ac:spMkLst>
            <pc:docMk/>
            <pc:sldMk cId="2684110299" sldId="2576"/>
            <ac:spMk id="2" creationId="{3B13C4D5-3612-C49B-7086-862C703A8EF5}"/>
          </ac:spMkLst>
        </pc:spChg>
      </pc:sldChg>
      <pc:sldChg chg="addSp delSp modSp add mod ord modClrScheme modAnim chgLayout modNotesTx">
        <pc:chgData name="Mukesh Kesharwani" userId="dd4ce3d9-e302-45d5-927d-ab066c339129" providerId="ADAL" clId="{58385415-C1A0-5A6B-9AEF-04F5EF694294}" dt="2025-12-02T04:06:08.572" v="1472" actId="20577"/>
        <pc:sldMkLst>
          <pc:docMk/>
          <pc:sldMk cId="3337152857" sldId="2577"/>
        </pc:sldMkLst>
        <pc:spChg chg="mod">
          <ac:chgData name="Mukesh Kesharwani" userId="dd4ce3d9-e302-45d5-927d-ab066c339129" providerId="ADAL" clId="{58385415-C1A0-5A6B-9AEF-04F5EF694294}" dt="2025-11-30T23:55:10.607" v="1228" actId="1076"/>
          <ac:spMkLst>
            <pc:docMk/>
            <pc:sldMk cId="3337152857" sldId="2577"/>
            <ac:spMk id="2" creationId="{2DCA4A80-08C2-F40E-D849-07ADC305A354}"/>
          </ac:spMkLst>
        </pc:spChg>
        <pc:spChg chg="mod">
          <ac:chgData name="Mukesh Kesharwani" userId="dd4ce3d9-e302-45d5-927d-ab066c339129" providerId="ADAL" clId="{58385415-C1A0-5A6B-9AEF-04F5EF694294}" dt="2025-12-02T02:41:09.037" v="1411" actId="20577"/>
          <ac:spMkLst>
            <pc:docMk/>
            <pc:sldMk cId="3337152857" sldId="2577"/>
            <ac:spMk id="4" creationId="{77EDCAC2-C316-83DA-98FA-0BEE1B2FDFEC}"/>
          </ac:spMkLst>
        </pc:spChg>
        <pc:picChg chg="add mod">
          <ac:chgData name="Mukesh Kesharwani" userId="dd4ce3d9-e302-45d5-927d-ab066c339129" providerId="ADAL" clId="{58385415-C1A0-5A6B-9AEF-04F5EF694294}" dt="2025-11-30T23:55:50.314" v="1233" actId="1076"/>
          <ac:picMkLst>
            <pc:docMk/>
            <pc:sldMk cId="3337152857" sldId="2577"/>
            <ac:picMk id="15" creationId="{5074079C-6B5A-672D-BB46-B9AB17AC8933}"/>
          </ac:picMkLst>
        </pc:picChg>
      </pc:sldChg>
      <pc:sldChg chg="addSp delSp modSp mod modNotesTx">
        <pc:chgData name="Mukesh Kesharwani" userId="dd4ce3d9-e302-45d5-927d-ab066c339129" providerId="ADAL" clId="{58385415-C1A0-5A6B-9AEF-04F5EF694294}" dt="2025-12-02T04:05:16.470" v="1455" actId="20577"/>
        <pc:sldMkLst>
          <pc:docMk/>
          <pc:sldMk cId="2644275766" sldId="2578"/>
        </pc:sldMkLst>
        <pc:spChg chg="mod">
          <ac:chgData name="Mukesh Kesharwani" userId="dd4ce3d9-e302-45d5-927d-ab066c339129" providerId="ADAL" clId="{58385415-C1A0-5A6B-9AEF-04F5EF694294}" dt="2025-12-02T01:39:51.316" v="1295" actId="255"/>
          <ac:spMkLst>
            <pc:docMk/>
            <pc:sldMk cId="2644275766" sldId="2578"/>
            <ac:spMk id="2" creationId="{D85CC109-0F12-1318-02B1-E151F4AEE424}"/>
          </ac:spMkLst>
        </pc:spChg>
        <pc:spChg chg="mod">
          <ac:chgData name="Mukesh Kesharwani" userId="dd4ce3d9-e302-45d5-927d-ab066c339129" providerId="ADAL" clId="{58385415-C1A0-5A6B-9AEF-04F5EF694294}" dt="2025-12-02T01:39:08.045" v="1287" actId="14100"/>
          <ac:spMkLst>
            <pc:docMk/>
            <pc:sldMk cId="2644275766" sldId="2578"/>
            <ac:spMk id="4" creationId="{8066E1C7-3B8E-723E-2516-F9CE89A4D703}"/>
          </ac:spMkLst>
        </pc:spChg>
        <pc:spChg chg="add mod">
          <ac:chgData name="Mukesh Kesharwani" userId="dd4ce3d9-e302-45d5-927d-ab066c339129" providerId="ADAL" clId="{58385415-C1A0-5A6B-9AEF-04F5EF694294}" dt="2025-12-02T01:35:58.993" v="1252" actId="14100"/>
          <ac:spMkLst>
            <pc:docMk/>
            <pc:sldMk cId="2644275766" sldId="2578"/>
            <ac:spMk id="6" creationId="{5763B3F1-CE1A-05BD-5C0E-B13B277D222D}"/>
          </ac:spMkLst>
        </pc:spChg>
        <pc:spChg chg="add del mod">
          <ac:chgData name="Mukesh Kesharwani" userId="dd4ce3d9-e302-45d5-927d-ab066c339129" providerId="ADAL" clId="{58385415-C1A0-5A6B-9AEF-04F5EF694294}" dt="2025-12-02T03:25:45.183" v="1413" actId="931"/>
          <ac:spMkLst>
            <pc:docMk/>
            <pc:sldMk cId="2644275766" sldId="2578"/>
            <ac:spMk id="9" creationId="{9C953DF0-4531-2BB5-47E4-0AF377641AB8}"/>
          </ac:spMkLst>
        </pc:spChg>
        <pc:spChg chg="add del mod">
          <ac:chgData name="Mukesh Kesharwani" userId="dd4ce3d9-e302-45d5-927d-ab066c339129" providerId="ADAL" clId="{58385415-C1A0-5A6B-9AEF-04F5EF694294}" dt="2025-12-02T03:26:28.031" v="1417" actId="931"/>
          <ac:spMkLst>
            <pc:docMk/>
            <pc:sldMk cId="2644275766" sldId="2578"/>
            <ac:spMk id="13" creationId="{1A6BE48B-7714-5BBD-5EE7-0AB40135DE19}"/>
          </ac:spMkLst>
        </pc:spChg>
        <pc:spChg chg="add del mod">
          <ac:chgData name="Mukesh Kesharwani" userId="dd4ce3d9-e302-45d5-927d-ab066c339129" providerId="ADAL" clId="{58385415-C1A0-5A6B-9AEF-04F5EF694294}" dt="2025-12-02T03:31:16.241" v="1427" actId="931"/>
          <ac:spMkLst>
            <pc:docMk/>
            <pc:sldMk cId="2644275766" sldId="2578"/>
            <ac:spMk id="17" creationId="{8E957B8F-CE6E-2A16-94D8-949E32782637}"/>
          </ac:spMkLst>
        </pc:spChg>
        <pc:spChg chg="add del mod">
          <ac:chgData name="Mukesh Kesharwani" userId="dd4ce3d9-e302-45d5-927d-ab066c339129" providerId="ADAL" clId="{58385415-C1A0-5A6B-9AEF-04F5EF694294}" dt="2025-12-02T04:04:38.793" v="1448" actId="931"/>
          <ac:spMkLst>
            <pc:docMk/>
            <pc:sldMk cId="2644275766" sldId="2578"/>
            <ac:spMk id="21" creationId="{C5C259FE-4EF1-0EAC-BA0E-D415A7BC163C}"/>
          </ac:spMkLst>
        </pc:spChg>
        <pc:graphicFrameChg chg="add del mod">
          <ac:chgData name="Mukesh Kesharwani" userId="dd4ce3d9-e302-45d5-927d-ab066c339129" providerId="ADAL" clId="{58385415-C1A0-5A6B-9AEF-04F5EF694294}" dt="2025-12-02T01:36:09.612" v="1253" actId="21"/>
          <ac:graphicFrameMkLst>
            <pc:docMk/>
            <pc:sldMk cId="2644275766" sldId="2578"/>
            <ac:graphicFrameMk id="3" creationId="{8418017C-FEAB-5FD2-C514-17E271A89403}"/>
          </ac:graphicFrameMkLst>
        </pc:graphicFrameChg>
        <pc:graphicFrameChg chg="add mod modGraphic">
          <ac:chgData name="Mukesh Kesharwani" userId="dd4ce3d9-e302-45d5-927d-ab066c339129" providerId="ADAL" clId="{58385415-C1A0-5A6B-9AEF-04F5EF694294}" dt="2025-12-02T01:39:11.786" v="1288" actId="1076"/>
          <ac:graphicFrameMkLst>
            <pc:docMk/>
            <pc:sldMk cId="2644275766" sldId="2578"/>
            <ac:graphicFrameMk id="7" creationId="{FC8909A8-4AEB-5C41-A317-F9092D94D40C}"/>
          </ac:graphicFrameMkLst>
        </pc:graphicFrameChg>
        <pc:picChg chg="del">
          <ac:chgData name="Mukesh Kesharwani" userId="dd4ce3d9-e302-45d5-927d-ab066c339129" providerId="ADAL" clId="{58385415-C1A0-5A6B-9AEF-04F5EF694294}" dt="2025-12-02T03:25:35.553" v="1412" actId="478"/>
          <ac:picMkLst>
            <pc:docMk/>
            <pc:sldMk cId="2644275766" sldId="2578"/>
            <ac:picMk id="5" creationId="{DE3640DA-D421-D9BC-6DBC-4796CB4D482A}"/>
          </ac:picMkLst>
        </pc:picChg>
        <pc:picChg chg="add del mod">
          <ac:chgData name="Mukesh Kesharwani" userId="dd4ce3d9-e302-45d5-927d-ab066c339129" providerId="ADAL" clId="{58385415-C1A0-5A6B-9AEF-04F5EF694294}" dt="2025-12-02T03:25:50.556" v="1416" actId="478"/>
          <ac:picMkLst>
            <pc:docMk/>
            <pc:sldMk cId="2644275766" sldId="2578"/>
            <ac:picMk id="11" creationId="{AC196F77-DADC-78FB-ED3E-975780FD3A8B}"/>
          </ac:picMkLst>
        </pc:picChg>
        <pc:picChg chg="add del mod">
          <ac:chgData name="Mukesh Kesharwani" userId="dd4ce3d9-e302-45d5-927d-ab066c339129" providerId="ADAL" clId="{58385415-C1A0-5A6B-9AEF-04F5EF694294}" dt="2025-12-02T03:29:48.245" v="1426" actId="478"/>
          <ac:picMkLst>
            <pc:docMk/>
            <pc:sldMk cId="2644275766" sldId="2578"/>
            <ac:picMk id="15" creationId="{9204A630-EC96-0353-B3CC-A4C54AB18B2D}"/>
          </ac:picMkLst>
        </pc:picChg>
        <pc:picChg chg="add del mod">
          <ac:chgData name="Mukesh Kesharwani" userId="dd4ce3d9-e302-45d5-927d-ab066c339129" providerId="ADAL" clId="{58385415-C1A0-5A6B-9AEF-04F5EF694294}" dt="2025-12-02T04:04:33.637" v="1447" actId="478"/>
          <ac:picMkLst>
            <pc:docMk/>
            <pc:sldMk cId="2644275766" sldId="2578"/>
            <ac:picMk id="19" creationId="{3F8EAD35-D622-7765-6B7D-0C11EE773736}"/>
          </ac:picMkLst>
        </pc:picChg>
        <pc:picChg chg="add mod">
          <ac:chgData name="Mukesh Kesharwani" userId="dd4ce3d9-e302-45d5-927d-ab066c339129" providerId="ADAL" clId="{58385415-C1A0-5A6B-9AEF-04F5EF694294}" dt="2025-12-02T04:04:56.377" v="1454" actId="14100"/>
          <ac:picMkLst>
            <pc:docMk/>
            <pc:sldMk cId="2644275766" sldId="2578"/>
            <ac:picMk id="23" creationId="{D940FF0C-AF20-8146-9F8B-41C1D2357753}"/>
          </ac:picMkLst>
        </pc:picChg>
      </pc:sldChg>
    </pc:docChg>
  </pc:docChgLst>
  <pc:docChgLst>
    <pc:chgData name="Mukesh Kesharwani" userId="S::mkesharw@adobe.com::dd4ce3d9-e302-45d5-927d-ab066c339129" providerId="AD" clId="Web-{D2D4ACC2-162D-9CF6-58FF-A6039CA57F2D}"/>
    <pc:docChg chg="addSld modSld sldOrd modSection">
      <pc:chgData name="Mukesh Kesharwani" userId="S::mkesharw@adobe.com::dd4ce3d9-e302-45d5-927d-ab066c339129" providerId="AD" clId="Web-{D2D4ACC2-162D-9CF6-58FF-A6039CA57F2D}" dt="2025-12-02T23:14:51.207" v="47"/>
      <pc:docMkLst>
        <pc:docMk/>
      </pc:docMkLst>
      <pc:sldChg chg="modSp">
        <pc:chgData name="Mukesh Kesharwani" userId="S::mkesharw@adobe.com::dd4ce3d9-e302-45d5-927d-ab066c339129" providerId="AD" clId="Web-{D2D4ACC2-162D-9CF6-58FF-A6039CA57F2D}" dt="2025-12-02T23:08:49.400" v="12" actId="20577"/>
        <pc:sldMkLst>
          <pc:docMk/>
          <pc:sldMk cId="728984326" sldId="2563"/>
        </pc:sldMkLst>
        <pc:spChg chg="mod">
          <ac:chgData name="Mukesh Kesharwani" userId="S::mkesharw@adobe.com::dd4ce3d9-e302-45d5-927d-ab066c339129" providerId="AD" clId="Web-{D2D4ACC2-162D-9CF6-58FF-A6039CA57F2D}" dt="2025-12-02T23:08:49.400" v="12" actId="20577"/>
          <ac:spMkLst>
            <pc:docMk/>
            <pc:sldMk cId="728984326" sldId="2563"/>
            <ac:spMk id="4" creationId="{7A138BE7-90C6-0303-4EC0-86D7AC552D32}"/>
          </ac:spMkLst>
        </pc:spChg>
      </pc:sldChg>
      <pc:sldChg chg="modSp">
        <pc:chgData name="Mukesh Kesharwani" userId="S::mkesharw@adobe.com::dd4ce3d9-e302-45d5-927d-ab066c339129" providerId="AD" clId="Web-{D2D4ACC2-162D-9CF6-58FF-A6039CA57F2D}" dt="2025-12-02T23:10:12.792" v="28" actId="20577"/>
        <pc:sldMkLst>
          <pc:docMk/>
          <pc:sldMk cId="2742718792" sldId="2565"/>
        </pc:sldMkLst>
        <pc:spChg chg="mod">
          <ac:chgData name="Mukesh Kesharwani" userId="S::mkesharw@adobe.com::dd4ce3d9-e302-45d5-927d-ab066c339129" providerId="AD" clId="Web-{D2D4ACC2-162D-9CF6-58FF-A6039CA57F2D}" dt="2025-12-02T23:09:00.603" v="13" actId="14100"/>
          <ac:spMkLst>
            <pc:docMk/>
            <pc:sldMk cId="2742718792" sldId="2565"/>
            <ac:spMk id="2" creationId="{0B7C96E4-6D78-90E0-BA39-72C8C6401DF9}"/>
          </ac:spMkLst>
        </pc:spChg>
        <pc:spChg chg="mod">
          <ac:chgData name="Mukesh Kesharwani" userId="S::mkesharw@adobe.com::dd4ce3d9-e302-45d5-927d-ab066c339129" providerId="AD" clId="Web-{D2D4ACC2-162D-9CF6-58FF-A6039CA57F2D}" dt="2025-12-02T23:10:12.792" v="28" actId="20577"/>
          <ac:spMkLst>
            <pc:docMk/>
            <pc:sldMk cId="2742718792" sldId="2565"/>
            <ac:spMk id="4" creationId="{197970EA-EBDC-976C-C7C1-986F1E12053D}"/>
          </ac:spMkLst>
        </pc:spChg>
      </pc:sldChg>
      <pc:sldChg chg="ord">
        <pc:chgData name="Mukesh Kesharwani" userId="S::mkesharw@adobe.com::dd4ce3d9-e302-45d5-927d-ab066c339129" providerId="AD" clId="Web-{D2D4ACC2-162D-9CF6-58FF-A6039CA57F2D}" dt="2025-12-02T23:13:55.847" v="37"/>
        <pc:sldMkLst>
          <pc:docMk/>
          <pc:sldMk cId="3337152857" sldId="2577"/>
        </pc:sldMkLst>
      </pc:sldChg>
      <pc:sldChg chg="modSp">
        <pc:chgData name="Mukesh Kesharwani" userId="S::mkesharw@adobe.com::dd4ce3d9-e302-45d5-927d-ab066c339129" providerId="AD" clId="Web-{D2D4ACC2-162D-9CF6-58FF-A6039CA57F2D}" dt="2025-12-02T23:12:45.440" v="35" actId="20577"/>
        <pc:sldMkLst>
          <pc:docMk/>
          <pc:sldMk cId="2644275766" sldId="2578"/>
        </pc:sldMkLst>
        <pc:spChg chg="mod">
          <ac:chgData name="Mukesh Kesharwani" userId="S::mkesharw@adobe.com::dd4ce3d9-e302-45d5-927d-ab066c339129" providerId="AD" clId="Web-{D2D4ACC2-162D-9CF6-58FF-A6039CA57F2D}" dt="2025-12-02T23:12:45.440" v="35" actId="20577"/>
          <ac:spMkLst>
            <pc:docMk/>
            <pc:sldMk cId="2644275766" sldId="2578"/>
            <ac:spMk id="4" creationId="{8066E1C7-3B8E-723E-2516-F9CE89A4D703}"/>
          </ac:spMkLst>
        </pc:spChg>
      </pc:sldChg>
      <pc:sldChg chg="modSp add replId">
        <pc:chgData name="Mukesh Kesharwani" userId="S::mkesharw@adobe.com::dd4ce3d9-e302-45d5-927d-ab066c339129" providerId="AD" clId="Web-{D2D4ACC2-162D-9CF6-58FF-A6039CA57F2D}" dt="2025-12-02T23:14:10.753" v="42" actId="20577"/>
        <pc:sldMkLst>
          <pc:docMk/>
          <pc:sldMk cId="873167342" sldId="2579"/>
        </pc:sldMkLst>
        <pc:spChg chg="mod">
          <ac:chgData name="Mukesh Kesharwani" userId="S::mkesharw@adobe.com::dd4ce3d9-e302-45d5-927d-ab066c339129" providerId="AD" clId="Web-{D2D4ACC2-162D-9CF6-58FF-A6039CA57F2D}" dt="2025-12-02T23:14:10.753" v="42" actId="20577"/>
          <ac:spMkLst>
            <pc:docMk/>
            <pc:sldMk cId="873167342" sldId="2579"/>
            <ac:spMk id="2" creationId="{380DE5E1-6333-3351-3696-896CE3B41693}"/>
          </ac:spMkLst>
        </pc:spChg>
      </pc:sldChg>
      <pc:sldChg chg="modSp add ord replId">
        <pc:chgData name="Mukesh Kesharwani" userId="S::mkesharw@adobe.com::dd4ce3d9-e302-45d5-927d-ab066c339129" providerId="AD" clId="Web-{D2D4ACC2-162D-9CF6-58FF-A6039CA57F2D}" dt="2025-12-02T23:14:51.207" v="47"/>
        <pc:sldMkLst>
          <pc:docMk/>
          <pc:sldMk cId="2106497024" sldId="2580"/>
        </pc:sldMkLst>
        <pc:spChg chg="mod">
          <ac:chgData name="Mukesh Kesharwani" userId="S::mkesharw@adobe.com::dd4ce3d9-e302-45d5-927d-ab066c339129" providerId="AD" clId="Web-{D2D4ACC2-162D-9CF6-58FF-A6039CA57F2D}" dt="2025-12-02T23:14:47.222" v="46" actId="20577"/>
          <ac:spMkLst>
            <pc:docMk/>
            <pc:sldMk cId="2106497024" sldId="2580"/>
            <ac:spMk id="2" creationId="{7D5AEE16-D6F8-5BF8-320D-6C45C3AEA4FC}"/>
          </ac:spMkLst>
        </pc:spChg>
      </pc:sldChg>
    </pc:docChg>
  </pc:docChgLst>
  <pc:docChgLst>
    <pc:chgData name="Mukesh Kesharwani" userId="S::mkesharw@adobe.com::dd4ce3d9-e302-45d5-927d-ab066c339129" providerId="AD" clId="Web-{928B1824-6DD8-2986-7595-C67F9F792115}"/>
    <pc:docChg chg="addSld modSld modSection">
      <pc:chgData name="Mukesh Kesharwani" userId="S::mkesharw@adobe.com::dd4ce3d9-e302-45d5-927d-ab066c339129" providerId="AD" clId="Web-{928B1824-6DD8-2986-7595-C67F9F792115}" dt="2025-12-02T01:11:57.490" v="67" actId="20577"/>
      <pc:docMkLst>
        <pc:docMk/>
      </pc:docMkLst>
      <pc:sldChg chg="modSp add replId">
        <pc:chgData name="Mukesh Kesharwani" userId="S::mkesharw@adobe.com::dd4ce3d9-e302-45d5-927d-ab066c339129" providerId="AD" clId="Web-{928B1824-6DD8-2986-7595-C67F9F792115}" dt="2025-12-02T01:11:57.490" v="67" actId="20577"/>
        <pc:sldMkLst>
          <pc:docMk/>
          <pc:sldMk cId="2644275766" sldId="2578"/>
        </pc:sldMkLst>
        <pc:spChg chg="mod">
          <ac:chgData name="Mukesh Kesharwani" userId="S::mkesharw@adobe.com::dd4ce3d9-e302-45d5-927d-ab066c339129" providerId="AD" clId="Web-{928B1824-6DD8-2986-7595-C67F9F792115}" dt="2025-12-02T01:11:57.490" v="67" actId="20577"/>
          <ac:spMkLst>
            <pc:docMk/>
            <pc:sldMk cId="2644275766" sldId="2578"/>
            <ac:spMk id="2" creationId="{D85CC109-0F12-1318-02B1-E151F4AEE424}"/>
          </ac:spMkLst>
        </pc:spChg>
        <pc:spChg chg="mod">
          <ac:chgData name="Mukesh Kesharwani" userId="S::mkesharw@adobe.com::dd4ce3d9-e302-45d5-927d-ab066c339129" providerId="AD" clId="Web-{928B1824-6DD8-2986-7595-C67F9F792115}" dt="2025-12-02T01:10:12.970" v="40" actId="20577"/>
          <ac:spMkLst>
            <pc:docMk/>
            <pc:sldMk cId="2644275766" sldId="2578"/>
            <ac:spMk id="4" creationId="{8066E1C7-3B8E-723E-2516-F9CE89A4D703}"/>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image" Target="../media/image9.jpeg"/></Relationships>
</file>

<file path=ppt/diagrams/_rels/drawing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image" Target="../media/image9.jpeg"/></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8EF622-D51D-41F8-994E-990173D90F51}" type="doc">
      <dgm:prSet loTypeId="urn:microsoft.com/office/officeart/2024/3/layout/verticalVisualTextBlock1" loCatId="Picture" qsTypeId="urn:microsoft.com/office/officeart/2005/8/quickstyle/simple4" qsCatId="simple" csTypeId="urn:microsoft.com/office/officeart/2005/8/colors/accent0_2" csCatId="mainScheme" phldr="1"/>
      <dgm:spPr/>
      <dgm:t>
        <a:bodyPr/>
        <a:lstStyle/>
        <a:p>
          <a:endParaRPr lang="en-US"/>
        </a:p>
      </dgm:t>
    </dgm:pt>
    <dgm:pt modelId="{3A7193B3-24FD-4995-98C7-7BA29C1E4E17}">
      <dgm:prSet/>
      <dgm:spPr/>
      <dgm:t>
        <a:bodyPr/>
        <a:lstStyle/>
        <a:p>
          <a:pPr>
            <a:lnSpc>
              <a:spcPct val="100000"/>
            </a:lnSpc>
            <a:defRPr b="1"/>
          </a:pPr>
          <a:r>
            <a:rPr lang="en-US"/>
            <a:t>Current Tools and Limitations</a:t>
          </a:r>
        </a:p>
      </dgm:t>
    </dgm:pt>
    <dgm:pt modelId="{4BFB7EF2-1A06-4DA1-856C-60290F025894}" type="parTrans" cxnId="{1ECBD628-E5E1-4865-A5F2-89D8336E6800}">
      <dgm:prSet/>
      <dgm:spPr/>
      <dgm:t>
        <a:bodyPr/>
        <a:lstStyle/>
        <a:p>
          <a:endParaRPr lang="en-US"/>
        </a:p>
      </dgm:t>
    </dgm:pt>
    <dgm:pt modelId="{AFC89DA0-4008-44C7-845A-955603B5B7B6}" type="sibTrans" cxnId="{1ECBD628-E5E1-4865-A5F2-89D8336E6800}">
      <dgm:prSet/>
      <dgm:spPr/>
      <dgm:t>
        <a:bodyPr/>
        <a:lstStyle/>
        <a:p>
          <a:pPr>
            <a:lnSpc>
              <a:spcPct val="100000"/>
            </a:lnSpc>
            <a:defRPr b="1"/>
          </a:pPr>
          <a:endParaRPr lang="en-US"/>
        </a:p>
      </dgm:t>
    </dgm:pt>
    <dgm:pt modelId="{B7CD908F-7535-4709-B628-C27F90AE5A30}">
      <dgm:prSet/>
      <dgm:spPr/>
      <dgm:t>
        <a:bodyPr/>
        <a:lstStyle/>
        <a:p>
          <a:pPr>
            <a:lnSpc>
              <a:spcPct val="100000"/>
            </a:lnSpc>
          </a:pPr>
          <a:r>
            <a:rPr lang="en-US" dirty="0" err="1"/>
            <a:t>TechGRC</a:t>
          </a:r>
          <a:r>
            <a:rPr lang="en-US" dirty="0"/>
            <a:t> leverage </a:t>
          </a:r>
          <a:r>
            <a:rPr lang="en-US" dirty="0" err="1"/>
            <a:t>Paramify</a:t>
          </a:r>
          <a:r>
            <a:rPr lang="en-US" dirty="0"/>
            <a:t>; but </a:t>
          </a:r>
          <a:r>
            <a:rPr lang="en-US" dirty="0" err="1"/>
            <a:t>Paramify</a:t>
          </a:r>
          <a:r>
            <a:rPr lang="en-US" dirty="0"/>
            <a:t> supports only FedRAMP, limiting broader compliance coverage.</a:t>
          </a:r>
        </a:p>
      </dgm:t>
    </dgm:pt>
    <dgm:pt modelId="{53E2A76B-67B9-4977-BBCA-0B1BED5350C0}" type="parTrans" cxnId="{22FC9C44-8BFB-4B5D-AF1A-8672BCBFA3F1}">
      <dgm:prSet/>
      <dgm:spPr/>
      <dgm:t>
        <a:bodyPr/>
        <a:lstStyle/>
        <a:p>
          <a:endParaRPr lang="en-US"/>
        </a:p>
      </dgm:t>
    </dgm:pt>
    <dgm:pt modelId="{CEA86C86-EA83-4377-A0A6-1804F826D790}" type="sibTrans" cxnId="{22FC9C44-8BFB-4B5D-AF1A-8672BCBFA3F1}">
      <dgm:prSet/>
      <dgm:spPr/>
      <dgm:t>
        <a:bodyPr/>
        <a:lstStyle/>
        <a:p>
          <a:endParaRPr lang="en-US"/>
        </a:p>
      </dgm:t>
    </dgm:pt>
    <dgm:pt modelId="{26957409-6868-4B56-B8E6-11ED52F13031}">
      <dgm:prSet/>
      <dgm:spPr/>
      <dgm:t>
        <a:bodyPr/>
        <a:lstStyle/>
        <a:p>
          <a:pPr>
            <a:lnSpc>
              <a:spcPct val="100000"/>
            </a:lnSpc>
            <a:defRPr b="1"/>
          </a:pPr>
          <a:r>
            <a:rPr lang="en-US"/>
            <a:t>Manual Documentation Challenges</a:t>
          </a:r>
        </a:p>
      </dgm:t>
    </dgm:pt>
    <dgm:pt modelId="{F18DEA81-71CC-4244-8F46-B18F132EC861}" type="parTrans" cxnId="{52991F48-E67F-47AB-A169-BE051B7A1BAD}">
      <dgm:prSet/>
      <dgm:spPr/>
      <dgm:t>
        <a:bodyPr/>
        <a:lstStyle/>
        <a:p>
          <a:endParaRPr lang="en-US"/>
        </a:p>
      </dgm:t>
    </dgm:pt>
    <dgm:pt modelId="{D9A34810-7DB2-42AE-8703-F100A1CDF4DD}" type="sibTrans" cxnId="{52991F48-E67F-47AB-A169-BE051B7A1BAD}">
      <dgm:prSet/>
      <dgm:spPr/>
      <dgm:t>
        <a:bodyPr/>
        <a:lstStyle/>
        <a:p>
          <a:pPr>
            <a:lnSpc>
              <a:spcPct val="100000"/>
            </a:lnSpc>
            <a:defRPr b="1"/>
          </a:pPr>
          <a:endParaRPr lang="en-US"/>
        </a:p>
      </dgm:t>
    </dgm:pt>
    <dgm:pt modelId="{AEE05486-2C82-42D1-9212-B8930BBE05F8}">
      <dgm:prSet/>
      <dgm:spPr/>
      <dgm:t>
        <a:bodyPr/>
        <a:lstStyle/>
        <a:p>
          <a:pPr>
            <a:lnSpc>
              <a:spcPct val="100000"/>
            </a:lnSpc>
          </a:pPr>
          <a:r>
            <a:rPr lang="en-US"/>
            <a:t>Compliance processes rely on spreadsheets and word processors, causing slow and error-prone documentation.</a:t>
          </a:r>
        </a:p>
      </dgm:t>
    </dgm:pt>
    <dgm:pt modelId="{DBF71ECE-051D-4BE5-B0E8-92A12730F281}" type="parTrans" cxnId="{498F4677-99CA-44D9-BFAE-1DB2DBD2FE01}">
      <dgm:prSet/>
      <dgm:spPr/>
      <dgm:t>
        <a:bodyPr/>
        <a:lstStyle/>
        <a:p>
          <a:endParaRPr lang="en-US"/>
        </a:p>
      </dgm:t>
    </dgm:pt>
    <dgm:pt modelId="{4C87B1C7-DE04-4335-9991-3380E4AACF7D}" type="sibTrans" cxnId="{498F4677-99CA-44D9-BFAE-1DB2DBD2FE01}">
      <dgm:prSet/>
      <dgm:spPr/>
      <dgm:t>
        <a:bodyPr/>
        <a:lstStyle/>
        <a:p>
          <a:endParaRPr lang="en-US"/>
        </a:p>
      </dgm:t>
    </dgm:pt>
    <dgm:pt modelId="{40021868-D3BF-4019-A4F0-2BFEB567EF32}">
      <dgm:prSet/>
      <dgm:spPr/>
      <dgm:t>
        <a:bodyPr/>
        <a:lstStyle/>
        <a:p>
          <a:pPr>
            <a:lnSpc>
              <a:spcPct val="100000"/>
            </a:lnSpc>
            <a:defRPr b="1"/>
          </a:pPr>
          <a:r>
            <a:rPr lang="en-US"/>
            <a:t>Need for Automation</a:t>
          </a:r>
        </a:p>
      </dgm:t>
    </dgm:pt>
    <dgm:pt modelId="{F896025F-CDD7-4117-BF6E-789A931AA098}" type="parTrans" cxnId="{8FD87156-4018-4824-A49F-72EC5D427FBE}">
      <dgm:prSet/>
      <dgm:spPr/>
      <dgm:t>
        <a:bodyPr/>
        <a:lstStyle/>
        <a:p>
          <a:endParaRPr lang="en-US"/>
        </a:p>
      </dgm:t>
    </dgm:pt>
    <dgm:pt modelId="{4BDFADC9-0877-47FF-95D9-653D42E11F5C}" type="sibTrans" cxnId="{8FD87156-4018-4824-A49F-72EC5D427FBE}">
      <dgm:prSet/>
      <dgm:spPr/>
      <dgm:t>
        <a:bodyPr/>
        <a:lstStyle/>
        <a:p>
          <a:endParaRPr lang="en-US"/>
        </a:p>
      </dgm:t>
    </dgm:pt>
    <dgm:pt modelId="{4F2F6529-34FD-4E43-99FD-9808896C9B70}">
      <dgm:prSet/>
      <dgm:spPr/>
      <dgm:t>
        <a:bodyPr/>
        <a:lstStyle/>
        <a:p>
          <a:pPr>
            <a:lnSpc>
              <a:spcPct val="100000"/>
            </a:lnSpc>
          </a:pPr>
          <a:r>
            <a:rPr lang="en-US"/>
            <a:t>Lack of automation and multi-standard support results in operational overhead and delays in regulatory compliance.</a:t>
          </a:r>
        </a:p>
      </dgm:t>
    </dgm:pt>
    <dgm:pt modelId="{75FB343A-1C0A-4F6F-A02F-30671BCC72B4}" type="parTrans" cxnId="{C60FC61B-EF73-4637-A25A-0494BCBCF930}">
      <dgm:prSet/>
      <dgm:spPr/>
      <dgm:t>
        <a:bodyPr/>
        <a:lstStyle/>
        <a:p>
          <a:endParaRPr lang="en-US"/>
        </a:p>
      </dgm:t>
    </dgm:pt>
    <dgm:pt modelId="{A968758F-9983-407C-B88C-98BF6487CD4B}" type="sibTrans" cxnId="{C60FC61B-EF73-4637-A25A-0494BCBCF930}">
      <dgm:prSet/>
      <dgm:spPr/>
      <dgm:t>
        <a:bodyPr/>
        <a:lstStyle/>
        <a:p>
          <a:endParaRPr lang="en-US"/>
        </a:p>
      </dgm:t>
    </dgm:pt>
    <dgm:pt modelId="{D75DADA9-73FF-402D-B3D6-DCB8EB57AAE5}" type="pres">
      <dgm:prSet presAssocID="{B48EF622-D51D-41F8-994E-990173D90F51}" presName="Root" presStyleCnt="0">
        <dgm:presLayoutVars>
          <dgm:dir/>
          <dgm:resizeHandles val="exact"/>
        </dgm:presLayoutVars>
      </dgm:prSet>
      <dgm:spPr/>
    </dgm:pt>
    <dgm:pt modelId="{9081A33E-6542-42C8-8CF3-2026F1AAA74F}" type="pres">
      <dgm:prSet presAssocID="{3A7193B3-24FD-4995-98C7-7BA29C1E4E17}" presName="Composite" presStyleCnt="0"/>
      <dgm:spPr/>
    </dgm:pt>
    <dgm:pt modelId="{8104009F-9DAB-4CEC-94F1-0329731C023E}" type="pres">
      <dgm:prSet presAssocID="{3A7193B3-24FD-4995-98C7-7BA29C1E4E17}"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21328" r="22419" b="-6"/>
          <a:stretch/>
        </a:blipFill>
      </dgm:spPr>
      <dgm:extLst>
        <a:ext uri="{E40237B7-FDA0-4F09-8148-C483321AD2D9}">
          <dgm14:cNvPr xmlns:dgm14="http://schemas.microsoft.com/office/drawing/2010/diagram" id="0" name="" descr="Document with repair tools symbol on blue abstract background"/>
        </a:ext>
      </dgm:extLst>
    </dgm:pt>
    <dgm:pt modelId="{31760DFE-4D74-490E-AD79-C8A37DEDB9E5}" type="pres">
      <dgm:prSet presAssocID="{3A7193B3-24FD-4995-98C7-7BA29C1E4E17}" presName="Subtitle" presStyleLbl="revTx" presStyleIdx="0" presStyleCnt="6">
        <dgm:presLayoutVars>
          <dgm:chMax val="0"/>
          <dgm:bulletEnabled/>
        </dgm:presLayoutVars>
      </dgm:prSet>
      <dgm:spPr/>
    </dgm:pt>
    <dgm:pt modelId="{8A29FA8E-89D5-4B5E-AE10-AA101663D632}" type="pres">
      <dgm:prSet presAssocID="{3A7193B3-24FD-4995-98C7-7BA29C1E4E17}" presName="Description" presStyleLbl="revTx" presStyleIdx="1" presStyleCnt="6">
        <dgm:presLayoutVars>
          <dgm:bulletEnabled/>
        </dgm:presLayoutVars>
      </dgm:prSet>
      <dgm:spPr/>
    </dgm:pt>
    <dgm:pt modelId="{813B5F94-9868-463A-A6B7-0A290F8D81C9}" type="pres">
      <dgm:prSet presAssocID="{AFC89DA0-4008-44C7-845A-955603B5B7B6}" presName="sibTrans" presStyleLbl="sibTrans2D1" presStyleIdx="0" presStyleCnt="0"/>
      <dgm:spPr/>
    </dgm:pt>
    <dgm:pt modelId="{043418EC-933A-4F5E-9721-335748CCC3A4}" type="pres">
      <dgm:prSet presAssocID="{26957409-6868-4B56-B8E6-11ED52F13031}" presName="Composite" presStyleCnt="0"/>
      <dgm:spPr/>
    </dgm:pt>
    <dgm:pt modelId="{A5E7F272-6387-4EF9-A67F-5592C2715371}" type="pres">
      <dgm:prSet presAssocID="{26957409-6868-4B56-B8E6-11ED52F13031}"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6568" r="26686" b="6"/>
          <a:stretch/>
        </a:blipFill>
      </dgm:spPr>
      <dgm:extLst>
        <a:ext uri="{E40237B7-FDA0-4F09-8148-C483321AD2D9}">
          <dgm14:cNvPr xmlns:dgm14="http://schemas.microsoft.com/office/drawing/2010/diagram" id="0" name="" descr="Shot of a creative workstation with no people"/>
        </a:ext>
      </dgm:extLst>
    </dgm:pt>
    <dgm:pt modelId="{4FC78ACD-37A2-4DCB-B364-6A4A0BF1BBC7}" type="pres">
      <dgm:prSet presAssocID="{26957409-6868-4B56-B8E6-11ED52F13031}" presName="Subtitle" presStyleLbl="revTx" presStyleIdx="2" presStyleCnt="6">
        <dgm:presLayoutVars>
          <dgm:chMax val="0"/>
          <dgm:bulletEnabled/>
        </dgm:presLayoutVars>
      </dgm:prSet>
      <dgm:spPr/>
    </dgm:pt>
    <dgm:pt modelId="{E1B9151E-22D8-489A-A807-4FE419FEBC6A}" type="pres">
      <dgm:prSet presAssocID="{26957409-6868-4B56-B8E6-11ED52F13031}" presName="Description" presStyleLbl="revTx" presStyleIdx="3" presStyleCnt="6">
        <dgm:presLayoutVars>
          <dgm:bulletEnabled/>
        </dgm:presLayoutVars>
      </dgm:prSet>
      <dgm:spPr/>
    </dgm:pt>
    <dgm:pt modelId="{9B84766A-6C59-45CC-A2FD-FE186CBE674C}" type="pres">
      <dgm:prSet presAssocID="{D9A34810-7DB2-42AE-8703-F100A1CDF4DD}" presName="sibTrans" presStyleLbl="sibTrans2D1" presStyleIdx="0" presStyleCnt="0"/>
      <dgm:spPr/>
    </dgm:pt>
    <dgm:pt modelId="{9D8A2F0E-7DF3-4904-B3BD-6D386B4089F5}" type="pres">
      <dgm:prSet presAssocID="{40021868-D3BF-4019-A4F0-2BFEB567EF32}" presName="Composite" presStyleCnt="0"/>
      <dgm:spPr/>
    </dgm:pt>
    <dgm:pt modelId="{CA3FADCA-1EAB-41C3-B650-0DB46290D2B1}" type="pres">
      <dgm:prSet presAssocID="{40021868-D3BF-4019-A4F0-2BFEB567EF32}"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13113" r="11882" b="-6"/>
          <a:stretch/>
        </a:blipFill>
      </dgm:spPr>
      <dgm:extLst>
        <a:ext uri="{E40237B7-FDA0-4F09-8148-C483321AD2D9}">
          <dgm14:cNvPr xmlns:dgm14="http://schemas.microsoft.com/office/drawing/2010/diagram" id="0" name="" descr="Conceptual image representing mosaic media interface and the digital software. A wall of screens curves away from view, shimmering with an assortment of random graphics, animations and simple icon images."/>
        </a:ext>
      </dgm:extLst>
    </dgm:pt>
    <dgm:pt modelId="{E4F2336F-AEEB-44D8-8325-620B452FA8A0}" type="pres">
      <dgm:prSet presAssocID="{40021868-D3BF-4019-A4F0-2BFEB567EF32}" presName="Subtitle" presStyleLbl="revTx" presStyleIdx="4" presStyleCnt="6">
        <dgm:presLayoutVars>
          <dgm:chMax val="0"/>
          <dgm:bulletEnabled/>
        </dgm:presLayoutVars>
      </dgm:prSet>
      <dgm:spPr/>
    </dgm:pt>
    <dgm:pt modelId="{86869F77-1C65-48FF-95C0-917AF228598C}" type="pres">
      <dgm:prSet presAssocID="{40021868-D3BF-4019-A4F0-2BFEB567EF32}" presName="Description" presStyleLbl="revTx" presStyleIdx="5" presStyleCnt="6">
        <dgm:presLayoutVars>
          <dgm:bulletEnabled/>
        </dgm:presLayoutVars>
      </dgm:prSet>
      <dgm:spPr/>
    </dgm:pt>
  </dgm:ptLst>
  <dgm:cxnLst>
    <dgm:cxn modelId="{C60FC61B-EF73-4637-A25A-0494BCBCF930}" srcId="{40021868-D3BF-4019-A4F0-2BFEB567EF32}" destId="{4F2F6529-34FD-4E43-99FD-9808896C9B70}" srcOrd="0" destOrd="0" parTransId="{75FB343A-1C0A-4F6F-A02F-30671BCC72B4}" sibTransId="{A968758F-9983-407C-B88C-98BF6487CD4B}"/>
    <dgm:cxn modelId="{3486D426-8454-4844-9489-D74BD21F5288}" type="presOf" srcId="{3A7193B3-24FD-4995-98C7-7BA29C1E4E17}" destId="{31760DFE-4D74-490E-AD79-C8A37DEDB9E5}" srcOrd="0" destOrd="0" presId="urn:microsoft.com/office/officeart/2024/3/layout/verticalVisualTextBlock1"/>
    <dgm:cxn modelId="{1ECBD628-E5E1-4865-A5F2-89D8336E6800}" srcId="{B48EF622-D51D-41F8-994E-990173D90F51}" destId="{3A7193B3-24FD-4995-98C7-7BA29C1E4E17}" srcOrd="0" destOrd="0" parTransId="{4BFB7EF2-1A06-4DA1-856C-60290F025894}" sibTransId="{AFC89DA0-4008-44C7-845A-955603B5B7B6}"/>
    <dgm:cxn modelId="{067A5436-D2EE-4B7B-9978-CAE02350F6B1}" type="presOf" srcId="{40021868-D3BF-4019-A4F0-2BFEB567EF32}" destId="{E4F2336F-AEEB-44D8-8325-620B452FA8A0}" srcOrd="0" destOrd="0" presId="urn:microsoft.com/office/officeart/2024/3/layout/verticalVisualTextBlock1"/>
    <dgm:cxn modelId="{22FC9C44-8BFB-4B5D-AF1A-8672BCBFA3F1}" srcId="{3A7193B3-24FD-4995-98C7-7BA29C1E4E17}" destId="{B7CD908F-7535-4709-B628-C27F90AE5A30}" srcOrd="0" destOrd="0" parTransId="{53E2A76B-67B9-4977-BBCA-0B1BED5350C0}" sibTransId="{CEA86C86-EA83-4377-A0A6-1804F826D790}"/>
    <dgm:cxn modelId="{52991F48-E67F-47AB-A169-BE051B7A1BAD}" srcId="{B48EF622-D51D-41F8-994E-990173D90F51}" destId="{26957409-6868-4B56-B8E6-11ED52F13031}" srcOrd="1" destOrd="0" parTransId="{F18DEA81-71CC-4244-8F46-B18F132EC861}" sibTransId="{D9A34810-7DB2-42AE-8703-F100A1CDF4DD}"/>
    <dgm:cxn modelId="{A291D04B-1793-4845-B240-8A31BAC4C9D3}" type="presOf" srcId="{26957409-6868-4B56-B8E6-11ED52F13031}" destId="{4FC78ACD-37A2-4DCB-B364-6A4A0BF1BBC7}" srcOrd="0" destOrd="0" presId="urn:microsoft.com/office/officeart/2024/3/layout/verticalVisualTextBlock1"/>
    <dgm:cxn modelId="{8FD87156-4018-4824-A49F-72EC5D427FBE}" srcId="{B48EF622-D51D-41F8-994E-990173D90F51}" destId="{40021868-D3BF-4019-A4F0-2BFEB567EF32}" srcOrd="2" destOrd="0" parTransId="{F896025F-CDD7-4117-BF6E-789A931AA098}" sibTransId="{4BDFADC9-0877-47FF-95D9-653D42E11F5C}"/>
    <dgm:cxn modelId="{498F4677-99CA-44D9-BFAE-1DB2DBD2FE01}" srcId="{26957409-6868-4B56-B8E6-11ED52F13031}" destId="{AEE05486-2C82-42D1-9212-B8930BBE05F8}" srcOrd="0" destOrd="0" parTransId="{DBF71ECE-051D-4BE5-B0E8-92A12730F281}" sibTransId="{4C87B1C7-DE04-4335-9991-3380E4AACF7D}"/>
    <dgm:cxn modelId="{98FA147F-58A0-4CF9-8AA9-2FB3643CEA3E}" type="presOf" srcId="{AEE05486-2C82-42D1-9212-B8930BBE05F8}" destId="{E1B9151E-22D8-489A-A807-4FE419FEBC6A}" srcOrd="0" destOrd="0" presId="urn:microsoft.com/office/officeart/2024/3/layout/verticalVisualTextBlock1"/>
    <dgm:cxn modelId="{FA691EAF-C3C9-40DB-ABDD-AFCFC137F9FC}" type="presOf" srcId="{B7CD908F-7535-4709-B628-C27F90AE5A30}" destId="{8A29FA8E-89D5-4B5E-AE10-AA101663D632}" srcOrd="0" destOrd="0" presId="urn:microsoft.com/office/officeart/2024/3/layout/verticalVisualTextBlock1"/>
    <dgm:cxn modelId="{ACDE44C1-D6AD-41DE-8AC8-F0FB8C9EB982}" type="presOf" srcId="{B48EF622-D51D-41F8-994E-990173D90F51}" destId="{D75DADA9-73FF-402D-B3D6-DCB8EB57AAE5}" srcOrd="0" destOrd="0" presId="urn:microsoft.com/office/officeart/2024/3/layout/verticalVisualTextBlock1"/>
    <dgm:cxn modelId="{4A2803D9-BA5D-4C39-94B7-989923C80F9E}" type="presOf" srcId="{AFC89DA0-4008-44C7-845A-955603B5B7B6}" destId="{813B5F94-9868-463A-A6B7-0A290F8D81C9}" srcOrd="0" destOrd="0" presId="urn:microsoft.com/office/officeart/2024/3/layout/verticalVisualTextBlock1"/>
    <dgm:cxn modelId="{4591D8DF-A2B0-4FBD-9F6D-C72AB9067A5E}" type="presOf" srcId="{D9A34810-7DB2-42AE-8703-F100A1CDF4DD}" destId="{9B84766A-6C59-45CC-A2FD-FE186CBE674C}" srcOrd="0" destOrd="0" presId="urn:microsoft.com/office/officeart/2024/3/layout/verticalVisualTextBlock1"/>
    <dgm:cxn modelId="{1568DEE9-B1EB-4038-A995-E3CCE3CC95A2}" type="presOf" srcId="{4F2F6529-34FD-4E43-99FD-9808896C9B70}" destId="{86869F77-1C65-48FF-95C0-917AF228598C}" srcOrd="0" destOrd="0" presId="urn:microsoft.com/office/officeart/2024/3/layout/verticalVisualTextBlock1"/>
    <dgm:cxn modelId="{5431A2E7-584F-4F5A-9BE4-0EF00A6D1601}" type="presParOf" srcId="{D75DADA9-73FF-402D-B3D6-DCB8EB57AAE5}" destId="{9081A33E-6542-42C8-8CF3-2026F1AAA74F}" srcOrd="0" destOrd="0" presId="urn:microsoft.com/office/officeart/2024/3/layout/verticalVisualTextBlock1"/>
    <dgm:cxn modelId="{692F3704-C48B-4514-ACE3-12C700BEF54A}" type="presParOf" srcId="{9081A33E-6542-42C8-8CF3-2026F1AAA74F}" destId="{8104009F-9DAB-4CEC-94F1-0329731C023E}" srcOrd="0" destOrd="0" presId="urn:microsoft.com/office/officeart/2024/3/layout/verticalVisualTextBlock1"/>
    <dgm:cxn modelId="{A3B6D5B5-BAAC-498A-82C6-D528DFD1E634}" type="presParOf" srcId="{9081A33E-6542-42C8-8CF3-2026F1AAA74F}" destId="{31760DFE-4D74-490E-AD79-C8A37DEDB9E5}" srcOrd="1" destOrd="0" presId="urn:microsoft.com/office/officeart/2024/3/layout/verticalVisualTextBlock1"/>
    <dgm:cxn modelId="{07CC67DC-9EEE-4561-B6D3-935F5A13F4F7}" type="presParOf" srcId="{9081A33E-6542-42C8-8CF3-2026F1AAA74F}" destId="{8A29FA8E-89D5-4B5E-AE10-AA101663D632}" srcOrd="2" destOrd="0" presId="urn:microsoft.com/office/officeart/2024/3/layout/verticalVisualTextBlock1"/>
    <dgm:cxn modelId="{97B5250E-0138-4830-B454-01EB3C1259EA}" type="presParOf" srcId="{D75DADA9-73FF-402D-B3D6-DCB8EB57AAE5}" destId="{813B5F94-9868-463A-A6B7-0A290F8D81C9}" srcOrd="1" destOrd="0" presId="urn:microsoft.com/office/officeart/2024/3/layout/verticalVisualTextBlock1"/>
    <dgm:cxn modelId="{34254E6E-6963-46C1-A22B-B2162D869138}" type="presParOf" srcId="{D75DADA9-73FF-402D-B3D6-DCB8EB57AAE5}" destId="{043418EC-933A-4F5E-9721-335748CCC3A4}" srcOrd="2" destOrd="0" presId="urn:microsoft.com/office/officeart/2024/3/layout/verticalVisualTextBlock1"/>
    <dgm:cxn modelId="{9D556C9F-5B2B-472E-80DA-3E2F029E5A6E}" type="presParOf" srcId="{043418EC-933A-4F5E-9721-335748CCC3A4}" destId="{A5E7F272-6387-4EF9-A67F-5592C2715371}" srcOrd="0" destOrd="0" presId="urn:microsoft.com/office/officeart/2024/3/layout/verticalVisualTextBlock1"/>
    <dgm:cxn modelId="{88811152-CF1A-4F72-BACD-1DA17405B4FD}" type="presParOf" srcId="{043418EC-933A-4F5E-9721-335748CCC3A4}" destId="{4FC78ACD-37A2-4DCB-B364-6A4A0BF1BBC7}" srcOrd="1" destOrd="0" presId="urn:microsoft.com/office/officeart/2024/3/layout/verticalVisualTextBlock1"/>
    <dgm:cxn modelId="{19E6666E-76A7-4213-AB49-09EF8BE000C0}" type="presParOf" srcId="{043418EC-933A-4F5E-9721-335748CCC3A4}" destId="{E1B9151E-22D8-489A-A807-4FE419FEBC6A}" srcOrd="2" destOrd="0" presId="urn:microsoft.com/office/officeart/2024/3/layout/verticalVisualTextBlock1"/>
    <dgm:cxn modelId="{EF907748-3DA1-49C2-AE71-E18F8F4E88F6}" type="presParOf" srcId="{D75DADA9-73FF-402D-B3D6-DCB8EB57AAE5}" destId="{9B84766A-6C59-45CC-A2FD-FE186CBE674C}" srcOrd="3" destOrd="0" presId="urn:microsoft.com/office/officeart/2024/3/layout/verticalVisualTextBlock1"/>
    <dgm:cxn modelId="{8F7B4A6D-F51E-43B4-B8AC-07A08FB5236E}" type="presParOf" srcId="{D75DADA9-73FF-402D-B3D6-DCB8EB57AAE5}" destId="{9D8A2F0E-7DF3-4904-B3BD-6D386B4089F5}" srcOrd="4" destOrd="0" presId="urn:microsoft.com/office/officeart/2024/3/layout/verticalVisualTextBlock1"/>
    <dgm:cxn modelId="{723C06C1-ADB2-4AD7-B71F-FE13513DEB4F}" type="presParOf" srcId="{9D8A2F0E-7DF3-4904-B3BD-6D386B4089F5}" destId="{CA3FADCA-1EAB-41C3-B650-0DB46290D2B1}" srcOrd="0" destOrd="0" presId="urn:microsoft.com/office/officeart/2024/3/layout/verticalVisualTextBlock1"/>
    <dgm:cxn modelId="{F43EABF9-1585-46D3-B878-7E0420578EAC}" type="presParOf" srcId="{9D8A2F0E-7DF3-4904-B3BD-6D386B4089F5}" destId="{E4F2336F-AEEB-44D8-8325-620B452FA8A0}" srcOrd="1" destOrd="0" presId="urn:microsoft.com/office/officeart/2024/3/layout/verticalVisualTextBlock1"/>
    <dgm:cxn modelId="{6D001C16-4084-4090-A1E5-E5CCE4BD147F}" type="presParOf" srcId="{9D8A2F0E-7DF3-4904-B3BD-6D386B4089F5}" destId="{86869F77-1C65-48FF-95C0-917AF228598C}"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04009F-9DAB-4CEC-94F1-0329731C023E}">
      <dsp:nvSpPr>
        <dsp:cNvPr id="0" name=""/>
        <dsp:cNvSpPr/>
      </dsp:nvSpPr>
      <dsp:spPr>
        <a:xfrm>
          <a:off x="0" y="0"/>
          <a:ext cx="1362688" cy="1362688"/>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21328" r="22419" b="-6"/>
          <a:stretch/>
        </a:blipFill>
        <a:ln>
          <a:noFill/>
        </a:ln>
        <a:effectLst/>
      </dsp:spPr>
      <dsp:style>
        <a:lnRef idx="0">
          <a:scrgbClr r="0" g="0" b="0"/>
        </a:lnRef>
        <a:fillRef idx="3">
          <a:scrgbClr r="0" g="0" b="0"/>
        </a:fillRef>
        <a:effectRef idx="2">
          <a:scrgbClr r="0" g="0" b="0"/>
        </a:effectRef>
        <a:fontRef idx="minor">
          <a:schemeClr val="lt1"/>
        </a:fontRef>
      </dsp:style>
    </dsp:sp>
    <dsp:sp modelId="{31760DFE-4D74-490E-AD79-C8A37DEDB9E5}">
      <dsp:nvSpPr>
        <dsp:cNvPr id="0" name=""/>
        <dsp:cNvSpPr/>
      </dsp:nvSpPr>
      <dsp:spPr>
        <a:xfrm>
          <a:off x="1542688" y="0"/>
          <a:ext cx="8514330" cy="3406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Current Tools and Limitations</a:t>
          </a:r>
        </a:p>
      </dsp:txBody>
      <dsp:txXfrm>
        <a:off x="1542688" y="0"/>
        <a:ext cx="8514330" cy="340610"/>
      </dsp:txXfrm>
    </dsp:sp>
    <dsp:sp modelId="{8A29FA8E-89D5-4B5E-AE10-AA101663D632}">
      <dsp:nvSpPr>
        <dsp:cNvPr id="0" name=""/>
        <dsp:cNvSpPr/>
      </dsp:nvSpPr>
      <dsp:spPr>
        <a:xfrm>
          <a:off x="1542688" y="340610"/>
          <a:ext cx="8514330" cy="1022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err="1"/>
            <a:t>TechGRC</a:t>
          </a:r>
          <a:r>
            <a:rPr lang="en-US" sz="1400" kern="1200" dirty="0"/>
            <a:t> leverage </a:t>
          </a:r>
          <a:r>
            <a:rPr lang="en-US" sz="1400" kern="1200" dirty="0" err="1"/>
            <a:t>Paramify</a:t>
          </a:r>
          <a:r>
            <a:rPr lang="en-US" sz="1400" kern="1200" dirty="0"/>
            <a:t>; but </a:t>
          </a:r>
          <a:r>
            <a:rPr lang="en-US" sz="1400" kern="1200" dirty="0" err="1"/>
            <a:t>Paramify</a:t>
          </a:r>
          <a:r>
            <a:rPr lang="en-US" sz="1400" kern="1200" dirty="0"/>
            <a:t> supports only FedRAMP, limiting broader compliance coverage.</a:t>
          </a:r>
        </a:p>
      </dsp:txBody>
      <dsp:txXfrm>
        <a:off x="1542688" y="340610"/>
        <a:ext cx="8514330" cy="1022078"/>
      </dsp:txXfrm>
    </dsp:sp>
    <dsp:sp modelId="{A5E7F272-6387-4EF9-A67F-5592C2715371}">
      <dsp:nvSpPr>
        <dsp:cNvPr id="0" name=""/>
        <dsp:cNvSpPr/>
      </dsp:nvSpPr>
      <dsp:spPr>
        <a:xfrm>
          <a:off x="0" y="1471704"/>
          <a:ext cx="1362688" cy="1362688"/>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6568" r="26686" b="6"/>
          <a:stretch/>
        </a:blipFill>
        <a:ln>
          <a:noFill/>
        </a:ln>
        <a:effectLst/>
      </dsp:spPr>
      <dsp:style>
        <a:lnRef idx="0">
          <a:scrgbClr r="0" g="0" b="0"/>
        </a:lnRef>
        <a:fillRef idx="3">
          <a:scrgbClr r="0" g="0" b="0"/>
        </a:fillRef>
        <a:effectRef idx="2">
          <a:scrgbClr r="0" g="0" b="0"/>
        </a:effectRef>
        <a:fontRef idx="minor">
          <a:schemeClr val="lt1"/>
        </a:fontRef>
      </dsp:style>
    </dsp:sp>
    <dsp:sp modelId="{4FC78ACD-37A2-4DCB-B364-6A4A0BF1BBC7}">
      <dsp:nvSpPr>
        <dsp:cNvPr id="0" name=""/>
        <dsp:cNvSpPr/>
      </dsp:nvSpPr>
      <dsp:spPr>
        <a:xfrm>
          <a:off x="1542688" y="1471704"/>
          <a:ext cx="8514330" cy="3406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Manual Documentation Challenges</a:t>
          </a:r>
        </a:p>
      </dsp:txBody>
      <dsp:txXfrm>
        <a:off x="1542688" y="1471704"/>
        <a:ext cx="8514330" cy="340610"/>
      </dsp:txXfrm>
    </dsp:sp>
    <dsp:sp modelId="{E1B9151E-22D8-489A-A807-4FE419FEBC6A}">
      <dsp:nvSpPr>
        <dsp:cNvPr id="0" name=""/>
        <dsp:cNvSpPr/>
      </dsp:nvSpPr>
      <dsp:spPr>
        <a:xfrm>
          <a:off x="1542688" y="1812314"/>
          <a:ext cx="8514330" cy="1022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Compliance processes rely on spreadsheets and word processors, causing slow and error-prone documentation.</a:t>
          </a:r>
        </a:p>
      </dsp:txBody>
      <dsp:txXfrm>
        <a:off x="1542688" y="1812314"/>
        <a:ext cx="8514330" cy="1022078"/>
      </dsp:txXfrm>
    </dsp:sp>
    <dsp:sp modelId="{CA3FADCA-1EAB-41C3-B650-0DB46290D2B1}">
      <dsp:nvSpPr>
        <dsp:cNvPr id="0" name=""/>
        <dsp:cNvSpPr/>
      </dsp:nvSpPr>
      <dsp:spPr>
        <a:xfrm>
          <a:off x="0" y="2943408"/>
          <a:ext cx="1362688" cy="1362688"/>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13113" r="11882" b="-6"/>
          <a:stretch/>
        </a:blipFill>
        <a:ln>
          <a:noFill/>
        </a:ln>
        <a:effectLst/>
      </dsp:spPr>
      <dsp:style>
        <a:lnRef idx="0">
          <a:scrgbClr r="0" g="0" b="0"/>
        </a:lnRef>
        <a:fillRef idx="3">
          <a:scrgbClr r="0" g="0" b="0"/>
        </a:fillRef>
        <a:effectRef idx="2">
          <a:scrgbClr r="0" g="0" b="0"/>
        </a:effectRef>
        <a:fontRef idx="minor">
          <a:schemeClr val="lt1"/>
        </a:fontRef>
      </dsp:style>
    </dsp:sp>
    <dsp:sp modelId="{E4F2336F-AEEB-44D8-8325-620B452FA8A0}">
      <dsp:nvSpPr>
        <dsp:cNvPr id="0" name=""/>
        <dsp:cNvSpPr/>
      </dsp:nvSpPr>
      <dsp:spPr>
        <a:xfrm>
          <a:off x="1542688" y="2943408"/>
          <a:ext cx="8514330" cy="3406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Need for Automation</a:t>
          </a:r>
        </a:p>
      </dsp:txBody>
      <dsp:txXfrm>
        <a:off x="1542688" y="2943408"/>
        <a:ext cx="8514330" cy="340610"/>
      </dsp:txXfrm>
    </dsp:sp>
    <dsp:sp modelId="{86869F77-1C65-48FF-95C0-917AF228598C}">
      <dsp:nvSpPr>
        <dsp:cNvPr id="0" name=""/>
        <dsp:cNvSpPr/>
      </dsp:nvSpPr>
      <dsp:spPr>
        <a:xfrm>
          <a:off x="1542688" y="3284018"/>
          <a:ext cx="8514330" cy="1022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Lack of automation and multi-standard support results in operational overhead and delays in regulatory compliance.</a:t>
          </a:r>
        </a:p>
      </dsp:txBody>
      <dsp:txXfrm>
        <a:off x="1542688" y="3284018"/>
        <a:ext cx="8514330" cy="1022078"/>
      </dsp:txXfrm>
    </dsp:sp>
  </dsp:spTree>
</dsp:drawing>
</file>

<file path=ppt/diagrams/layout1.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12/4/25</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a:t>
            </a:r>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40073805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Purpose of the Session</a:t>
            </a:r>
          </a:p>
        </p:txBody>
      </p:sp>
      <p:sp>
        <p:nvSpPr>
          <p:cNvPr id="4" name="Slide Number Placeholder 3"/>
          <p:cNvSpPr>
            <a:spLocks noGrp="1"/>
          </p:cNvSpPr>
          <p:nvPr>
            <p:ph type="sldNum" sz="quarter" idx="5"/>
          </p:nvPr>
        </p:nvSpPr>
        <p:spPr/>
        <p:txBody>
          <a:bodyPr/>
          <a:lstStyle/>
          <a:p>
            <a:fld id="{38EFF46E-6B43-41F9-9272-B566D03A251C}" type="slidenum">
              <a:rPr lang="en-US" smtClean="0"/>
              <a:t>2</a:t>
            </a:fld>
            <a:endParaRPr lang="en-US"/>
          </a:p>
        </p:txBody>
      </p:sp>
    </p:spTree>
    <p:extLst>
      <p:ext uri="{BB962C8B-B14F-4D97-AF65-F5344CB8AC3E}">
        <p14:creationId xmlns:p14="http://schemas.microsoft.com/office/powerpoint/2010/main" val="2744056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aims to introduce a prototype compliance tool developed to address the growing need for OSCAL (Open Security Controls Assessment Language) adoption in Adobe's SSA implementations. The tool was initially designed to convert Excel inputs into OSCAL outputs but has evolved into a comprehensive solution for compliance tracking and control documentation management. The purpose is to demonstrate its capabilities, explain the strategic importance of OSCAL, and seek leadership input on whether to integrate internally or contribute to the open-source community. This initiative aligns with Adobe's commitment to regulatory compliance and operational excellence, ensuring that SSA implementations across regions meet stringent standards efficiently and effectively.</a:t>
            </a:r>
          </a:p>
        </p:txBody>
      </p:sp>
      <p:sp>
        <p:nvSpPr>
          <p:cNvPr id="4" name="Slide Number Placeholder 3"/>
          <p:cNvSpPr>
            <a:spLocks noGrp="1"/>
          </p:cNvSpPr>
          <p:nvPr>
            <p:ph type="sldNum" sz="quarter" idx="5"/>
          </p:nvPr>
        </p:nvSpPr>
        <p:spPr/>
        <p:txBody>
          <a:bodyPr/>
          <a:lstStyle/>
          <a:p>
            <a:fld id="{38EFF46E-6B43-41F9-9272-B566D03A251C}" type="slidenum">
              <a:rPr lang="en-US" smtClean="0"/>
              <a:t>3</a:t>
            </a:fld>
            <a:endParaRPr lang="en-US"/>
          </a:p>
        </p:txBody>
      </p:sp>
    </p:spTree>
    <p:extLst>
      <p:ext uri="{BB962C8B-B14F-4D97-AF65-F5344CB8AC3E}">
        <p14:creationId xmlns:p14="http://schemas.microsoft.com/office/powerpoint/2010/main" val="28893293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references information from the following file: https://</a:t>
            </a:r>
            <a:r>
              <a:rPr lang="en-US" dirty="0" err="1"/>
              <a:t>pages.nist.gov</a:t>
            </a:r>
            <a:r>
              <a:rPr lang="en-US" dirty="0"/>
              <a:t>/OSCAL/,https://</a:t>
            </a:r>
            <a:r>
              <a:rPr lang="en-US" dirty="0" err="1"/>
              <a:t>fedtechmagazine.com</a:t>
            </a:r>
            <a:r>
              <a:rPr lang="en-US" dirty="0"/>
              <a:t>/article/2025/02/what-is-</a:t>
            </a:r>
            <a:r>
              <a:rPr lang="en-US" dirty="0" err="1"/>
              <a:t>oscal</a:t>
            </a:r>
            <a:r>
              <a:rPr lang="en-US" dirty="0"/>
              <a:t>-</a:t>
            </a:r>
            <a:r>
              <a:rPr lang="en-US" dirty="0" err="1"/>
              <a:t>perfcon,https</a:t>
            </a:r>
            <a:r>
              <a:rPr lang="en-US" dirty="0"/>
              <a:t>://</a:t>
            </a:r>
            <a:r>
              <a:rPr lang="en-US" dirty="0" err="1"/>
              <a:t>securityboulevard.com</a:t>
            </a:r>
            <a:r>
              <a:rPr lang="en-US" dirty="0"/>
              <a:t>/2024/12/leveraging-nist-oscal-to-provide-compliance-automation-the-complete-guide/
What is OSCAL and Why It Matters
</a:t>
            </a:r>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3152642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references information from the following file: https://</a:t>
            </a:r>
            <a:r>
              <a:rPr lang="en-US" dirty="0" err="1"/>
              <a:t>pages.nist.gov</a:t>
            </a:r>
            <a:r>
              <a:rPr lang="en-US" dirty="0"/>
              <a:t>/OSCAL/,https://</a:t>
            </a:r>
            <a:r>
              <a:rPr lang="en-US" dirty="0" err="1"/>
              <a:t>fedtechmagazine.com</a:t>
            </a:r>
            <a:r>
              <a:rPr lang="en-US" dirty="0"/>
              <a:t>/article/2025/02/what-is-</a:t>
            </a:r>
            <a:r>
              <a:rPr lang="en-US" dirty="0" err="1"/>
              <a:t>oscal</a:t>
            </a:r>
            <a:r>
              <a:rPr lang="en-US" dirty="0"/>
              <a:t>-</a:t>
            </a:r>
            <a:r>
              <a:rPr lang="en-US" dirty="0" err="1"/>
              <a:t>perfcon,https</a:t>
            </a:r>
            <a:r>
              <a:rPr lang="en-US" dirty="0"/>
              <a:t>://</a:t>
            </a:r>
            <a:r>
              <a:rPr lang="en-US" dirty="0" err="1"/>
              <a:t>securityboulevard.com</a:t>
            </a:r>
            <a:r>
              <a:rPr lang="en-US" dirty="0"/>
              <a:t>/2024/12/leveraging-nist-oscal-to-provide-compliance-automation-the-complete-guide/
OSCAL, or Open Security Controls Assessment Language, is a NIST-led initiative designed to modernize and automate security and compliance processes. It provides machine-readable formats such as XML, JSON, and YAML to represent security controls and compliance data. This approach replaces traditional manual documentation methods, reducing audit durations from months to minutes, minimizing human error, and enabling automation. OSCAL supports interoperability across tools and frameworks, making compliance processes more efficient and scalable. Its adoption is driven by regulatory bodies like FedRAMP and is expected to become a global standard for compliance automation. By transitioning to OSCAL, organizations can streamline workflows, maintain up-to-date control information, and automate monitoring and assessment of system security posture. This positions Adobe to lead in compliance innovation and meet evolving regulatory requirements with agility.
</a:t>
            </a:r>
          </a:p>
        </p:txBody>
      </p:sp>
      <p:sp>
        <p:nvSpPr>
          <p:cNvPr id="4" name="Slide Number Placeholder 3"/>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1354844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Current Compliance Management Approach</a:t>
            </a:r>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4067187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Adobe currently uses </a:t>
            </a:r>
            <a:r>
              <a:rPr lang="en-US" dirty="0" err="1"/>
              <a:t>TechGRC</a:t>
            </a:r>
            <a:r>
              <a:rPr lang="en-US" dirty="0"/>
              <a:t> for governance and risk management and has consulted </a:t>
            </a:r>
            <a:r>
              <a:rPr lang="en-US" dirty="0" err="1"/>
              <a:t>Paramify</a:t>
            </a:r>
            <a:r>
              <a:rPr lang="en-US" dirty="0"/>
              <a:t> for OSCAL support. However, </a:t>
            </a:r>
            <a:r>
              <a:rPr lang="en-US" dirty="0" err="1"/>
              <a:t>Paramify's</a:t>
            </a:r>
            <a:r>
              <a:rPr lang="en-US" dirty="0"/>
              <a:t> capabilities are limited to FedRAMP standards and do not extend to other frameworks. Compliance documentation processes largely rely on manual methods, such as spreadsheets and word processors, which are time-consuming and prone to errors. These limitations hinder scalability and efficiency, especially as SSA implementations expand globally. The lack of automation and multi-standard support creates operational overhead and delays in meeting regulatory requirements. This context underscores the need for a more robust, automated solution that can handle diverse compliance frameworks and streamline documentation processes.</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422829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Key Pain Points in Current Process</a:t>
            </a:r>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16989762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challenges include limited support for compliance standards beyond FedRAMP, excessive manual effort in generating SSP and </a:t>
            </a:r>
            <a:r>
              <a:rPr lang="en-US" dirty="0" err="1"/>
              <a:t>SoA</a:t>
            </a:r>
            <a:r>
              <a:rPr lang="en-US" dirty="0"/>
              <a:t> documents, and lack of automation for ongoing compliance tracking. These issues result in inefficiencies, increased risk of human error, and difficulty scaling compliance processes for multiple SSA implementations across regions. Additionally, the absence of integrated tools for managing control documentation and assessments creates gaps in traceability and consistency. Addressing these challenges is critical to maintaining Adobe's leadership in regulatory compliance and ensuring timely delivery of secure solutions to customers.</a:t>
            </a:r>
          </a:p>
        </p:txBody>
      </p:sp>
      <p:sp>
        <p:nvSpPr>
          <p:cNvPr id="4" name="Slide Number Placeholder 3"/>
          <p:cNvSpPr>
            <a:spLocks noGrp="1"/>
          </p:cNvSpPr>
          <p:nvPr>
            <p:ph type="sldNum" sz="quarter" idx="5"/>
          </p:nvPr>
        </p:nvSpPr>
        <p:spPr/>
        <p:txBody>
          <a:bodyPr/>
          <a:lstStyle/>
          <a:p>
            <a:fld id="{38EFF46E-6B43-41F9-9272-B566D03A251C}" type="slidenum">
              <a:rPr lang="en-US" smtClean="0"/>
              <a:t>9</a:t>
            </a:fld>
            <a:endParaRPr lang="en-US"/>
          </a:p>
        </p:txBody>
      </p:sp>
    </p:spTree>
    <p:extLst>
      <p:ext uri="{BB962C8B-B14F-4D97-AF65-F5344CB8AC3E}">
        <p14:creationId xmlns:p14="http://schemas.microsoft.com/office/powerpoint/2010/main" val="1525576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7BDA9-4E2B-940C-A24D-4C626F3998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3C6A78-C63B-4915-98A3-29A24ABE0D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4E007-0A28-C8D0-23C0-DF9A7E511EC1}"/>
              </a:ext>
            </a:extLst>
          </p:cNvPr>
          <p:cNvSpPr>
            <a:spLocks noGrp="1"/>
          </p:cNvSpPr>
          <p:nvPr>
            <p:ph type="body" idx="1"/>
          </p:nvPr>
        </p:nvSpPr>
        <p:spPr/>
        <p:txBody>
          <a:bodyPr/>
          <a:lstStyle/>
          <a:p>
            <a:r>
              <a:rPr lang="en-AU" b="1" dirty="0"/>
              <a:t>High manual effort</a:t>
            </a:r>
            <a:r>
              <a:rPr lang="en-AU" dirty="0"/>
              <a:t>: Updating ACSC ISM documentation requires ~100 person-days annually across multiple teams.</a:t>
            </a:r>
          </a:p>
          <a:p>
            <a:r>
              <a:rPr lang="en-AU" b="1" dirty="0"/>
              <a:t>Frequent regulatory changes</a:t>
            </a:r>
            <a:r>
              <a:rPr lang="en-AU" dirty="0"/>
              <a:t>: Quarterly updates from Australian Government agencies create constant workload pressure.</a:t>
            </a:r>
          </a:p>
          <a:p>
            <a:r>
              <a:rPr lang="en-AU" b="1" dirty="0"/>
              <a:t>Point-in-time assessments</a:t>
            </a:r>
            <a:r>
              <a:rPr lang="en-AU" dirty="0"/>
              <a:t>: Current approach focuses on snapshot compliance rather than continuous assurance.</a:t>
            </a:r>
          </a:p>
          <a:p>
            <a:r>
              <a:rPr lang="en-AU" b="1" dirty="0"/>
              <a:t>Limited transparency</a:t>
            </a:r>
            <a:r>
              <a:rPr lang="en-AU" dirty="0"/>
              <a:t>: Manual processes make it hard to track changes and demonstrate compliance effectively.</a:t>
            </a:r>
          </a:p>
          <a:p>
            <a:r>
              <a:rPr lang="en-AU" b="1" dirty="0"/>
              <a:t>Risk of inaccuracies</a:t>
            </a:r>
            <a:r>
              <a:rPr lang="en-AU" dirty="0"/>
              <a:t>: Manual documentation increases chances of errors and inconsistencies.</a:t>
            </a:r>
          </a:p>
          <a:p>
            <a:r>
              <a:rPr lang="en-AU" b="1" dirty="0"/>
              <a:t>Resource drain</a:t>
            </a:r>
            <a:r>
              <a:rPr lang="en-AU" dirty="0"/>
              <a:t>: Skilled staff spend significant time on repetitive documentation instead of higher-value tasks.</a:t>
            </a:r>
            <a:endParaRPr lang="en-US" dirty="0"/>
          </a:p>
        </p:txBody>
      </p:sp>
      <p:sp>
        <p:nvSpPr>
          <p:cNvPr id="4" name="Slide Number Placeholder 3">
            <a:extLst>
              <a:ext uri="{FF2B5EF4-FFF2-40B4-BE49-F238E27FC236}">
                <a16:creationId xmlns:a16="http://schemas.microsoft.com/office/drawing/2014/main" id="{1B6DEBEB-E2B2-725F-7E6B-31C651738F3A}"/>
              </a:ext>
            </a:extLst>
          </p:cNvPr>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8954847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references information from the following file: https://</a:t>
            </a:r>
            <a:r>
              <a:rPr lang="en-US" dirty="0" err="1"/>
              <a:t>securityboulevard.com</a:t>
            </a:r>
            <a:r>
              <a:rPr lang="en-US" dirty="0"/>
              <a:t>/2024/12/leveraging-nist-oscal-to-provide-compliance-automation-the-complete-guide/,https://</a:t>
            </a:r>
            <a:r>
              <a:rPr lang="en-US" dirty="0" err="1"/>
              <a:t>www.ignyteplatform.com</a:t>
            </a:r>
            <a:r>
              <a:rPr lang="en-US" dirty="0"/>
              <a:t>/blog/compliance/what-</a:t>
            </a:r>
            <a:r>
              <a:rPr lang="en-US" dirty="0" err="1"/>
              <a:t>oscal</a:t>
            </a:r>
            <a:r>
              <a:rPr lang="en-US" dirty="0"/>
              <a:t>-why-matter/
Opportunities with OSCAL Adoption
</a:t>
            </a:r>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3665179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references information from the following file: https://</a:t>
            </a:r>
            <a:r>
              <a:rPr lang="en-US" dirty="0" err="1"/>
              <a:t>securityboulevard.com</a:t>
            </a:r>
            <a:r>
              <a:rPr lang="en-US" dirty="0"/>
              <a:t>/2024/12/leveraging-nist-oscal-to-provide-compliance-automation-the-complete-guide/,https://</a:t>
            </a:r>
            <a:r>
              <a:rPr lang="en-US" dirty="0" err="1"/>
              <a:t>www.ignyteplatform.com</a:t>
            </a:r>
            <a:r>
              <a:rPr lang="en-US" dirty="0"/>
              <a:t>/blog/compliance/what-</a:t>
            </a:r>
            <a:r>
              <a:rPr lang="en-US" dirty="0" err="1"/>
              <a:t>oscal</a:t>
            </a:r>
            <a:r>
              <a:rPr lang="en-US" dirty="0"/>
              <a:t>-why-matter/
Adopting OSCAL offers significant benefits, including automation of SSP and </a:t>
            </a:r>
            <a:r>
              <a:rPr lang="en-US" dirty="0" err="1"/>
              <a:t>SoA</a:t>
            </a:r>
            <a:r>
              <a:rPr lang="en-US" dirty="0"/>
              <a:t> generation, continuous compliance tracking, and improved accuracy in documentation. It reduces operational overhead by eliminating manual processes and enables faster, higher-quality assessments. The tool prototype developed internally demonstrates potential for integration into Adobe's compliance workflows and could also contribute to the open-source community, enhancing industry-wide adoption. Future enhancements may include support for multiple standards, integration with existing governance tools, and advanced features for real-time compliance monitoring. These capabilities will position Adobe as a leader in compliance automation and strengthen its ability to meet global regulatory requirements efficiently.
</a:t>
            </a:r>
          </a:p>
        </p:txBody>
      </p:sp>
      <p:sp>
        <p:nvSpPr>
          <p:cNvPr id="4" name="Slide Number Placeholder 3"/>
          <p:cNvSpPr>
            <a:spLocks noGrp="1"/>
          </p:cNvSpPr>
          <p:nvPr>
            <p:ph type="sldNum" sz="quarter" idx="5"/>
          </p:nvPr>
        </p:nvSpPr>
        <p:spPr/>
        <p:txBody>
          <a:bodyPr/>
          <a:lstStyle/>
          <a:p>
            <a:fld id="{38EFF46E-6B43-41F9-9272-B566D03A251C}" type="slidenum">
              <a:rPr lang="en-US" smtClean="0"/>
              <a:t>12</a:t>
            </a:fld>
            <a:endParaRPr lang="en-US"/>
          </a:p>
        </p:txBody>
      </p:sp>
    </p:spTree>
    <p:extLst>
      <p:ext uri="{BB962C8B-B14F-4D97-AF65-F5344CB8AC3E}">
        <p14:creationId xmlns:p14="http://schemas.microsoft.com/office/powerpoint/2010/main" val="23490748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references information from the following file: https://</a:t>
            </a:r>
            <a:r>
              <a:rPr lang="en-US" dirty="0" err="1"/>
              <a:t>pages.nist.gov</a:t>
            </a:r>
            <a:r>
              <a:rPr lang="en-US" dirty="0"/>
              <a:t>/OSCAL/contribute/roadmap/,https://</a:t>
            </a:r>
            <a:r>
              <a:rPr lang="en-US" dirty="0" err="1"/>
              <a:t>www.nist.gov</a:t>
            </a:r>
            <a:r>
              <a:rPr lang="en-US" dirty="0"/>
              <a:t>/document/presentation-what-</a:t>
            </a:r>
            <a:r>
              <a:rPr lang="en-US" dirty="0" err="1"/>
              <a:t>oscal</a:t>
            </a:r>
            <a:r>
              <a:rPr lang="en-US" dirty="0"/>
              <a:t>-and-who-needs-it
Strategic Importance for Adobe
</a:t>
            </a:r>
          </a:p>
        </p:txBody>
      </p:sp>
      <p:sp>
        <p:nvSpPr>
          <p:cNvPr id="4" name="Slide Number Placeholder 3"/>
          <p:cNvSpPr>
            <a:spLocks noGrp="1"/>
          </p:cNvSpPr>
          <p:nvPr>
            <p:ph type="sldNum" sz="quarter" idx="5"/>
          </p:nvPr>
        </p:nvSpPr>
        <p:spPr/>
        <p:txBody>
          <a:bodyPr/>
          <a:lstStyle/>
          <a:p>
            <a:fld id="{38EFF46E-6B43-41F9-9272-B566D03A251C}" type="slidenum">
              <a:rPr lang="en-US" smtClean="0"/>
              <a:t>13</a:t>
            </a:fld>
            <a:endParaRPr lang="en-US"/>
          </a:p>
        </p:txBody>
      </p:sp>
    </p:spTree>
    <p:extLst>
      <p:ext uri="{BB962C8B-B14F-4D97-AF65-F5344CB8AC3E}">
        <p14:creationId xmlns:p14="http://schemas.microsoft.com/office/powerpoint/2010/main" val="24955369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references information from the following file: https://</a:t>
            </a:r>
            <a:r>
              <a:rPr lang="en-US" dirty="0" err="1"/>
              <a:t>pages.nist.gov</a:t>
            </a:r>
            <a:r>
              <a:rPr lang="en-US" dirty="0"/>
              <a:t>/OSCAL/contribute/roadmap/,https://</a:t>
            </a:r>
            <a:r>
              <a:rPr lang="en-US" dirty="0" err="1"/>
              <a:t>www.nist.gov</a:t>
            </a:r>
            <a:r>
              <a:rPr lang="en-US" dirty="0"/>
              <a:t>/document/presentation-what-</a:t>
            </a:r>
            <a:r>
              <a:rPr lang="en-US" dirty="0" err="1"/>
              <a:t>oscal</a:t>
            </a:r>
            <a:r>
              <a:rPr lang="en-US" dirty="0"/>
              <a:t>-and-who-needs-it
Investment in OSCAL-based solutions is crucial as regulatory bodies increasingly mandate OSCAL formats for compliance documentation. This trend is evident in frameworks like FedRAMP and Singapore IM8, which require SSP and </a:t>
            </a:r>
            <a:r>
              <a:rPr lang="en-US" dirty="0" err="1"/>
              <a:t>SoA</a:t>
            </a:r>
            <a:r>
              <a:rPr lang="en-US" dirty="0"/>
              <a:t> in OSCAL format. By adopting OSCAL, Adobe can ensure compliance with these standards, reduce audit timelines, and improve operational efficiency. Furthermore, it positions Adobe as an innovator in compliance automation, enhancing its reputation and competitive advantage. The ability to scale compliance processes globally while maintaining accuracy and transparency will support Adobe's strategic objectives and safeguard its multi-billion-dollar portfolio against regulatory risks.
</a:t>
            </a:r>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12158567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Prototype Overview and Action Plan</a:t>
            </a:r>
          </a:p>
        </p:txBody>
      </p:sp>
      <p:sp>
        <p:nvSpPr>
          <p:cNvPr id="4" name="Slide Number Placeholder 3"/>
          <p:cNvSpPr>
            <a:spLocks noGrp="1"/>
          </p:cNvSpPr>
          <p:nvPr>
            <p:ph type="sldNum" sz="quarter" idx="5"/>
          </p:nvPr>
        </p:nvSpPr>
        <p:spPr/>
        <p:txBody>
          <a:bodyPr/>
          <a:lstStyle/>
          <a:p>
            <a:fld id="{38EFF46E-6B43-41F9-9272-B566D03A251C}" type="slidenum">
              <a:rPr lang="en-US" smtClean="0"/>
              <a:t>15</a:t>
            </a:fld>
            <a:endParaRPr lang="en-US"/>
          </a:p>
        </p:txBody>
      </p:sp>
    </p:spTree>
    <p:extLst>
      <p:ext uri="{BB962C8B-B14F-4D97-AF65-F5344CB8AC3E}">
        <p14:creationId xmlns:p14="http://schemas.microsoft.com/office/powerpoint/2010/main" val="5796806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tool can be explored at https://</a:t>
            </a:r>
            <a:r>
              <a:rPr lang="en-US" dirty="0" err="1"/>
              <a:t>keekar.ddns.net</a:t>
            </a:r>
            <a:r>
              <a:rPr lang="en-US" dirty="0"/>
              <a:t>/. It currently supports conversion of compliance data into OSCAL format and offers features for ongoing compliance tracking and control documentation management. Next steps include organizing a leadership review session to gather feedback, deciding on internal integration versus open-source contribution, and planning a roadmap for SSA compliance automation. This initiative will require collaboration across AMS leadership to align on priorities and resource allocation. The goal is to leverage this tool to enhance compliance efficiency, reduce operational risks, and support Adobe's global regulatory commitments.</a:t>
            </a:r>
          </a:p>
        </p:txBody>
      </p:sp>
      <p:sp>
        <p:nvSpPr>
          <p:cNvPr id="4" name="Slide Number Placeholder 3"/>
          <p:cNvSpPr>
            <a:spLocks noGrp="1"/>
          </p:cNvSpPr>
          <p:nvPr>
            <p:ph type="sldNum" sz="quarter" idx="5"/>
          </p:nvPr>
        </p:nvSpPr>
        <p:spPr/>
        <p:txBody>
          <a:bodyPr/>
          <a:lstStyle/>
          <a:p>
            <a:fld id="{38EFF46E-6B43-41F9-9272-B566D03A251C}" type="slidenum">
              <a:rPr lang="en-US" smtClean="0"/>
              <a:t>16</a:t>
            </a:fld>
            <a:endParaRPr lang="en-US"/>
          </a:p>
        </p:txBody>
      </p:sp>
    </p:spTree>
    <p:extLst>
      <p:ext uri="{BB962C8B-B14F-4D97-AF65-F5344CB8AC3E}">
        <p14:creationId xmlns:p14="http://schemas.microsoft.com/office/powerpoint/2010/main" val="20576012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E6D93-A34E-8124-0EDB-D78C9851E1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282B46-734D-7DEA-0AA5-B708ABAF31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353CE-C8C6-D931-04A8-EBE6840DDCE2}"/>
              </a:ext>
            </a:extLst>
          </p:cNvPr>
          <p:cNvSpPr>
            <a:spLocks noGrp="1"/>
          </p:cNvSpPr>
          <p:nvPr>
            <p:ph type="body" idx="1"/>
          </p:nvPr>
        </p:nvSpPr>
        <p:spPr/>
        <p:txBody>
          <a:bodyPr/>
          <a:lstStyle/>
          <a:p>
            <a:r>
              <a:rPr lang="en-US"/>
              <a:t>Prototype Overview and Action Plan</a:t>
            </a:r>
          </a:p>
        </p:txBody>
      </p:sp>
      <p:sp>
        <p:nvSpPr>
          <p:cNvPr id="4" name="Slide Number Placeholder 3">
            <a:extLst>
              <a:ext uri="{FF2B5EF4-FFF2-40B4-BE49-F238E27FC236}">
                <a16:creationId xmlns:a16="http://schemas.microsoft.com/office/drawing/2014/main" id="{90E2A748-9914-DEEC-69B4-8F72F17F591C}"/>
              </a:ext>
            </a:extLst>
          </p:cNvPr>
          <p:cNvSpPr>
            <a:spLocks noGrp="1"/>
          </p:cNvSpPr>
          <p:nvPr>
            <p:ph type="sldNum" sz="quarter" idx="5"/>
          </p:nvPr>
        </p:nvSpPr>
        <p:spPr/>
        <p:txBody>
          <a:bodyPr/>
          <a:lstStyle/>
          <a:p>
            <a:fld id="{38EFF46E-6B43-41F9-9272-B566D03A251C}" type="slidenum">
              <a:rPr lang="en-US" smtClean="0"/>
              <a:t>17</a:t>
            </a:fld>
            <a:endParaRPr lang="en-US"/>
          </a:p>
        </p:txBody>
      </p:sp>
    </p:spTree>
    <p:extLst>
      <p:ext uri="{BB962C8B-B14F-4D97-AF65-F5344CB8AC3E}">
        <p14:creationId xmlns:p14="http://schemas.microsoft.com/office/powerpoint/2010/main" val="14084503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C68BF-01CB-A227-9BAC-CF83D17EAA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389D5A-36FF-C715-5638-628CBD4D6C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DDFE3-B068-F83E-46E9-0CCFA3AD8B24}"/>
              </a:ext>
            </a:extLst>
          </p:cNvPr>
          <p:cNvSpPr>
            <a:spLocks noGrp="1"/>
          </p:cNvSpPr>
          <p:nvPr>
            <p:ph type="body" idx="1"/>
          </p:nvPr>
        </p:nvSpPr>
        <p:spPr/>
        <p:txBody>
          <a:bodyPr/>
          <a:lstStyle/>
          <a:p>
            <a:r>
              <a:rPr lang="en-US" dirty="0"/>
              <a:t>This slide references information from the following file: https://</a:t>
            </a:r>
            <a:r>
              <a:rPr lang="en-US" dirty="0" err="1"/>
              <a:t>pages.nist.gov</a:t>
            </a:r>
            <a:r>
              <a:rPr lang="en-US" dirty="0"/>
              <a:t>/OSCAL/contribute/roadmap/,https://</a:t>
            </a:r>
            <a:r>
              <a:rPr lang="en-US" dirty="0" err="1"/>
              <a:t>www.nist.gov</a:t>
            </a:r>
            <a:r>
              <a:rPr lang="en-US" dirty="0"/>
              <a:t>/document/presentation-what-</a:t>
            </a:r>
            <a:r>
              <a:rPr lang="en-US" dirty="0" err="1"/>
              <a:t>oscal</a:t>
            </a:r>
            <a:r>
              <a:rPr lang="en-US" dirty="0"/>
              <a:t>-and-who-needs-it
Investment in OSCAL-based solutions is crucial as regulatory bodies increasingly mandate OSCAL formats for compliance documentation. This trend is evident in frameworks like FedRAMP and Singapore IM8, which require SSP and </a:t>
            </a:r>
            <a:r>
              <a:rPr lang="en-US" dirty="0" err="1"/>
              <a:t>SoA</a:t>
            </a:r>
            <a:r>
              <a:rPr lang="en-US" dirty="0"/>
              <a:t> in OSCAL format. By adopting OSCAL, Adobe can ensure compliance with these standards, reduce audit timelines, and improve operational efficiency. Furthermore, it positions Adobe as an innovator in compliance automation, enhancing its reputation and competitive advantage. The ability to scale compliance processes globally while maintaining accuracy and transparency will support Adobe's strategic objectives and safeguard its multi-billion-dollar portfolio against regulatory risks.
</a:t>
            </a:r>
          </a:p>
        </p:txBody>
      </p:sp>
      <p:sp>
        <p:nvSpPr>
          <p:cNvPr id="4" name="Slide Number Placeholder 3">
            <a:extLst>
              <a:ext uri="{FF2B5EF4-FFF2-40B4-BE49-F238E27FC236}">
                <a16:creationId xmlns:a16="http://schemas.microsoft.com/office/drawing/2014/main" id="{3D73362E-BDD4-4A83-F59C-BB316CC43A4A}"/>
              </a:ext>
            </a:extLst>
          </p:cNvPr>
          <p:cNvSpPr>
            <a:spLocks noGrp="1"/>
          </p:cNvSpPr>
          <p:nvPr>
            <p:ph type="sldNum" sz="quarter" idx="5"/>
          </p:nvPr>
        </p:nvSpPr>
        <p:spPr/>
        <p:txBody>
          <a:bodyPr/>
          <a:lstStyle/>
          <a:p>
            <a:fld id="{38EFF46E-6B43-41F9-9272-B566D03A251C}" type="slidenum">
              <a:rPr lang="en-US" smtClean="0"/>
              <a:t>18</a:t>
            </a:fld>
            <a:endParaRPr lang="en-US"/>
          </a:p>
        </p:txBody>
      </p:sp>
    </p:spTree>
    <p:extLst>
      <p:ext uri="{BB962C8B-B14F-4D97-AF65-F5344CB8AC3E}">
        <p14:creationId xmlns:p14="http://schemas.microsoft.com/office/powerpoint/2010/main" val="26218801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02954-A181-16F7-5348-A023048402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6DE762-490C-44D5-7FE8-3B71952BC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EBF285-506A-3704-8542-E446AC4E80D7}"/>
              </a:ext>
            </a:extLst>
          </p:cNvPr>
          <p:cNvSpPr>
            <a:spLocks noGrp="1"/>
          </p:cNvSpPr>
          <p:nvPr>
            <p:ph type="body" idx="1"/>
          </p:nvPr>
        </p:nvSpPr>
        <p:spPr/>
        <p:txBody>
          <a:bodyPr/>
          <a:lstStyle/>
          <a:p>
            <a:r>
              <a:rPr lang="en-US"/>
              <a:t>Prototype Overview and Action Plan</a:t>
            </a:r>
          </a:p>
        </p:txBody>
      </p:sp>
      <p:sp>
        <p:nvSpPr>
          <p:cNvPr id="4" name="Slide Number Placeholder 3">
            <a:extLst>
              <a:ext uri="{FF2B5EF4-FFF2-40B4-BE49-F238E27FC236}">
                <a16:creationId xmlns:a16="http://schemas.microsoft.com/office/drawing/2014/main" id="{BF04AB08-8991-BD2B-2AB8-BCD67BB437F7}"/>
              </a:ext>
            </a:extLst>
          </p:cNvPr>
          <p:cNvSpPr>
            <a:spLocks noGrp="1"/>
          </p:cNvSpPr>
          <p:nvPr>
            <p:ph type="sldNum" sz="quarter" idx="5"/>
          </p:nvPr>
        </p:nvSpPr>
        <p:spPr/>
        <p:txBody>
          <a:bodyPr/>
          <a:lstStyle/>
          <a:p>
            <a:fld id="{38EFF46E-6B43-41F9-9272-B566D03A251C}" type="slidenum">
              <a:rPr lang="en-US" smtClean="0"/>
              <a:t>19</a:t>
            </a:fld>
            <a:endParaRPr lang="en-US"/>
          </a:p>
        </p:txBody>
      </p:sp>
    </p:spTree>
    <p:extLst>
      <p:ext uri="{BB962C8B-B14F-4D97-AF65-F5344CB8AC3E}">
        <p14:creationId xmlns:p14="http://schemas.microsoft.com/office/powerpoint/2010/main" val="40820541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75101-598B-35FE-4DE0-586F34812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266969-9AD4-A413-07F0-E3F14179D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97BDD-302B-15B9-16C0-2299A8D9C267}"/>
              </a:ext>
            </a:extLst>
          </p:cNvPr>
          <p:cNvSpPr>
            <a:spLocks noGrp="1"/>
          </p:cNvSpPr>
          <p:nvPr>
            <p:ph type="body" idx="1"/>
          </p:nvPr>
        </p:nvSpPr>
        <p:spPr/>
        <p:txBody>
          <a:bodyPr/>
          <a:lstStyle/>
          <a:p>
            <a:r>
              <a:rPr lang="en-US"/>
              <a:t>Prototype Overview and Action Plan</a:t>
            </a:r>
          </a:p>
        </p:txBody>
      </p:sp>
      <p:sp>
        <p:nvSpPr>
          <p:cNvPr id="4" name="Slide Number Placeholder 3">
            <a:extLst>
              <a:ext uri="{FF2B5EF4-FFF2-40B4-BE49-F238E27FC236}">
                <a16:creationId xmlns:a16="http://schemas.microsoft.com/office/drawing/2014/main" id="{D330CCA6-5F4F-D758-FA25-9E9E0B3A787E}"/>
              </a:ext>
            </a:extLst>
          </p:cNvPr>
          <p:cNvSpPr>
            <a:spLocks noGrp="1"/>
          </p:cNvSpPr>
          <p:nvPr>
            <p:ph type="sldNum" sz="quarter" idx="5"/>
          </p:nvPr>
        </p:nvSpPr>
        <p:spPr/>
        <p:txBody>
          <a:bodyPr/>
          <a:lstStyle/>
          <a:p>
            <a:fld id="{38EFF46E-6B43-41F9-9272-B566D03A251C}" type="slidenum">
              <a:rPr lang="en-US" smtClean="0"/>
              <a:t>20</a:t>
            </a:fld>
            <a:endParaRPr lang="en-US"/>
          </a:p>
        </p:txBody>
      </p:sp>
    </p:spTree>
    <p:extLst>
      <p:ext uri="{BB962C8B-B14F-4D97-AF65-F5344CB8AC3E}">
        <p14:creationId xmlns:p14="http://schemas.microsoft.com/office/powerpoint/2010/main" val="10538582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0D356D-861B-1215-7331-E20866D6DD5E}"/>
              </a:ext>
            </a:extLst>
          </p:cNvPr>
          <p:cNvSpPr>
            <a:spLocks noGrp="1"/>
          </p:cNvSpPr>
          <p:nvPr>
            <p:ph type="ctrTitle"/>
          </p:nvPr>
        </p:nvSpPr>
        <p:spPr>
          <a:xfrm>
            <a:off x="1523997" y="1589044"/>
            <a:ext cx="9143978" cy="2075688"/>
          </a:xfrm>
        </p:spPr>
        <p:txBody>
          <a:bodyPr vert="horz" lIns="91440" tIns="45720" rIns="91440" bIns="45720" rtlCol="0" anchor="t">
            <a:noAutofit/>
          </a:bodyPr>
          <a:lstStyle>
            <a:lvl1pPr>
              <a:defRPr lang="en-US" sz="8000" dirty="0">
                <a:solidFill>
                  <a:schemeClr val="bg2"/>
                </a:solidFill>
              </a:defRPr>
            </a:lvl1pPr>
          </a:lstStyle>
          <a:p>
            <a:pPr lvl="0"/>
            <a:r>
              <a:rPr lang="en-US"/>
              <a:t>Click to edit Master title style</a:t>
            </a:r>
          </a:p>
        </p:txBody>
      </p:sp>
      <p:sp>
        <p:nvSpPr>
          <p:cNvPr id="25" name="Subtitle 2">
            <a:extLst>
              <a:ext uri="{FF2B5EF4-FFF2-40B4-BE49-F238E27FC236}">
                <a16:creationId xmlns:a16="http://schemas.microsoft.com/office/drawing/2014/main" id="{88E6D8A1-0938-C004-DFF5-861B4F29A7E0}"/>
              </a:ext>
            </a:extLst>
          </p:cNvPr>
          <p:cNvSpPr>
            <a:spLocks noGrp="1"/>
          </p:cNvSpPr>
          <p:nvPr>
            <p:ph type="subTitle" idx="1"/>
          </p:nvPr>
        </p:nvSpPr>
        <p:spPr>
          <a:xfrm>
            <a:off x="1523997" y="3869639"/>
            <a:ext cx="7315195" cy="1235761"/>
          </a:xfrm>
        </p:spPr>
        <p:txBody>
          <a:bodyPr vert="horz" lIns="91440" tIns="45720" rIns="91440" bIns="45720" rtlCol="0">
            <a:normAutofit/>
          </a:bodyPr>
          <a:lstStyle>
            <a:lvl1pPr marL="0" indent="0">
              <a:buNone/>
              <a:defRPr lang="en-US" sz="2000" dirty="0">
                <a:solidFill>
                  <a:schemeClr val="bg2"/>
                </a:solidFill>
              </a:defRPr>
            </a:lvl1pPr>
          </a:lstStyle>
          <a:p>
            <a:pPr lvl="0"/>
            <a:r>
              <a:rPr lang="en-US"/>
              <a:t>Click to edit Master subtitle style</a:t>
            </a:r>
          </a:p>
        </p:txBody>
      </p:sp>
      <p:sp>
        <p:nvSpPr>
          <p:cNvPr id="21" name="Slide Number Placeholder 4">
            <a:extLst>
              <a:ext uri="{FF2B5EF4-FFF2-40B4-BE49-F238E27FC236}">
                <a16:creationId xmlns:a16="http://schemas.microsoft.com/office/drawing/2014/main" id="{AF818358-7626-32BF-A8EE-D7F2254437C9}"/>
              </a:ext>
            </a:extLst>
          </p:cNvPr>
          <p:cNvSpPr>
            <a:spLocks noGrp="1"/>
          </p:cNvSpPr>
          <p:nvPr>
            <p:ph type="sldNum" sz="quarter" idx="12"/>
          </p:nvPr>
        </p:nvSpPr>
        <p:spPr>
          <a:xfrm>
            <a:off x="533400" y="685801"/>
            <a:ext cx="609600" cy="365125"/>
          </a:xfrm>
        </p:spPr>
        <p:txBody>
          <a:bodyPr/>
          <a:lstStyle>
            <a:lvl1pPr>
              <a:defRPr>
                <a:solidFill>
                  <a:schemeClr val="bg1"/>
                </a:solidFill>
              </a:defRPr>
            </a:lvl1pPr>
          </a:lstStyle>
          <a:p>
            <a:fld id="{AEAA3239-9EA4-4A65-A281-97F994456D9F}" type="slidenum">
              <a:rPr lang="en-US" smtClean="0"/>
              <a:pPr/>
              <a:t>‹#›</a:t>
            </a:fld>
            <a:endParaRPr lang="en-US"/>
          </a:p>
        </p:txBody>
      </p:sp>
      <p:sp>
        <p:nvSpPr>
          <p:cNvPr id="23" name="Footer Placeholder 3">
            <a:extLst>
              <a:ext uri="{FF2B5EF4-FFF2-40B4-BE49-F238E27FC236}">
                <a16:creationId xmlns:a16="http://schemas.microsoft.com/office/drawing/2014/main" id="{D3F4769D-055E-8E4B-290C-8F2608C0BC2A}"/>
              </a:ext>
            </a:extLst>
          </p:cNvPr>
          <p:cNvSpPr>
            <a:spLocks noGrp="1"/>
          </p:cNvSpPr>
          <p:nvPr>
            <p:ph type="ftr" sz="quarter" idx="11"/>
          </p:nvPr>
        </p:nvSpPr>
        <p:spPr>
          <a:xfrm>
            <a:off x="1524000" y="6343955"/>
            <a:ext cx="2805405" cy="365125"/>
          </a:xfrm>
        </p:spPr>
        <p:txBody>
          <a:bodyPr/>
          <a:lstStyle>
            <a:lvl1pPr>
              <a:defRPr>
                <a:solidFill>
                  <a:schemeClr val="bg1"/>
                </a:solidFill>
              </a:defRPr>
            </a:lvl1pPr>
          </a:lstStyle>
          <a:p>
            <a:r>
              <a:rPr lang="en-US"/>
              <a:t>Sample Footer Text</a:t>
            </a:r>
          </a:p>
        </p:txBody>
      </p:sp>
      <p:sp>
        <p:nvSpPr>
          <p:cNvPr id="22" name="Date Placeholder 2">
            <a:extLst>
              <a:ext uri="{FF2B5EF4-FFF2-40B4-BE49-F238E27FC236}">
                <a16:creationId xmlns:a16="http://schemas.microsoft.com/office/drawing/2014/main" id="{0D41ECE3-FEE0-363A-B425-E164A1E387C2}"/>
              </a:ext>
            </a:extLst>
          </p:cNvPr>
          <p:cNvSpPr>
            <a:spLocks noGrp="1"/>
          </p:cNvSpPr>
          <p:nvPr>
            <p:ph type="dt" sz="half" idx="10"/>
          </p:nvPr>
        </p:nvSpPr>
        <p:spPr>
          <a:xfrm>
            <a:off x="9379756" y="6343955"/>
            <a:ext cx="2202644" cy="365125"/>
          </a:xfrm>
        </p:spPr>
        <p:txBody>
          <a:bodyPr/>
          <a:lstStyle>
            <a:lvl1pPr>
              <a:defRPr>
                <a:solidFill>
                  <a:schemeClr val="bg1"/>
                </a:solidFill>
              </a:defRPr>
            </a:lvl1pPr>
          </a:lstStyle>
          <a:p>
            <a:fld id="{4F1AC263-88EE-42CC-B640-B12BA856CF71}" type="datetime1">
              <a:rPr lang="en-US" smtClean="0"/>
              <a:pPr/>
              <a:t>12/4/25</a:t>
            </a:fld>
            <a:endParaRPr lang="en-US"/>
          </a:p>
        </p:txBody>
      </p:sp>
      <p:cxnSp>
        <p:nvCxnSpPr>
          <p:cNvPr id="3" name="Straight Connector 2">
            <a:extLst>
              <a:ext uri="{FF2B5EF4-FFF2-40B4-BE49-F238E27FC236}">
                <a16:creationId xmlns:a16="http://schemas.microsoft.com/office/drawing/2014/main" id="{C0BB8C89-2CB9-D0AC-4BEE-45516E5D6BC9}"/>
              </a:ext>
              <a:ext uri="{C183D7F6-B498-43B3-948B-1728B52AA6E4}">
                <adec:decorative xmlns:adec="http://schemas.microsoft.com/office/drawing/2017/decorative" val="1"/>
              </a:ext>
            </a:extLst>
          </p:cNvPr>
          <p:cNvCxnSpPr>
            <a:cxnSpLocks/>
          </p:cNvCxnSpPr>
          <p:nvPr userDrawn="1"/>
        </p:nvCxnSpPr>
        <p:spPr>
          <a:xfrm>
            <a:off x="837603" y="1655064"/>
            <a:ext cx="0" cy="5202936"/>
          </a:xfrm>
          <a:prstGeom prst="line">
            <a:avLst/>
          </a:prstGeom>
          <a:ln w="25400" cap="sq">
            <a:solidFill>
              <a:schemeClr val="bg1"/>
            </a:solidFill>
            <a:beve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C2BB9B49-C556-E3F9-50C4-2234D42B33EE}"/>
              </a:ext>
            </a:extLst>
          </p:cNvPr>
          <p:cNvGrpSpPr/>
          <p:nvPr userDrawn="1"/>
        </p:nvGrpSpPr>
        <p:grpSpPr>
          <a:xfrm flipV="1">
            <a:off x="11078040" y="5402762"/>
            <a:ext cx="504370" cy="544340"/>
            <a:chOff x="10917026" y="837879"/>
            <a:chExt cx="513774" cy="554490"/>
          </a:xfrm>
        </p:grpSpPr>
        <p:sp>
          <p:nvSpPr>
            <p:cNvPr id="6" name="Graphic 12">
              <a:extLst>
                <a:ext uri="{FF2B5EF4-FFF2-40B4-BE49-F238E27FC236}">
                  <a16:creationId xmlns:a16="http://schemas.microsoft.com/office/drawing/2014/main" id="{2D2403BB-DBC2-5950-1D8D-A9B06705A692}"/>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a:solidFill>
                  <a:schemeClr val="accent2"/>
                </a:solidFill>
              </a:endParaRPr>
            </a:p>
          </p:txBody>
        </p:sp>
        <p:sp>
          <p:nvSpPr>
            <p:cNvPr id="7" name="Graphic 13">
              <a:extLst>
                <a:ext uri="{FF2B5EF4-FFF2-40B4-BE49-F238E27FC236}">
                  <a16:creationId xmlns:a16="http://schemas.microsoft.com/office/drawing/2014/main" id="{60777C9B-E021-0520-B2BB-40C161F40123}"/>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bg1"/>
            </a:solidFill>
            <a:ln w="603" cap="flat">
              <a:noFill/>
              <a:prstDash val="solid"/>
              <a:miter/>
            </a:ln>
          </p:spPr>
          <p:txBody>
            <a:bodyPr rtlCol="0" anchor="ctr"/>
            <a:lstStyle/>
            <a:p>
              <a:endParaRPr lang="en-US">
                <a:solidFill>
                  <a:schemeClr val="accent2"/>
                </a:solidFill>
              </a:endParaRPr>
            </a:p>
          </p:txBody>
        </p:sp>
        <p:sp>
          <p:nvSpPr>
            <p:cNvPr id="8" name="Graphic 15">
              <a:extLst>
                <a:ext uri="{FF2B5EF4-FFF2-40B4-BE49-F238E27FC236}">
                  <a16:creationId xmlns:a16="http://schemas.microsoft.com/office/drawing/2014/main" id="{0F00FD82-5228-F8A7-9CBF-83D3A5769FB8}"/>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bg1"/>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7357190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409B4F68-0D75-979D-862C-4BA915655EBC}"/>
              </a:ext>
              <a:ext uri="{C183D7F6-B498-43B3-948B-1728B52AA6E4}">
                <adec:decorative xmlns:adec="http://schemas.microsoft.com/office/drawing/2017/decorative" val="1"/>
              </a:ext>
            </a:extLst>
          </p:cNvPr>
          <p:cNvCxnSpPr>
            <a:cxnSpLocks/>
          </p:cNvCxnSpPr>
          <p:nvPr userDrawn="1"/>
        </p:nvCxnSpPr>
        <p:spPr>
          <a:xfrm>
            <a:off x="841248" y="1112520"/>
            <a:ext cx="0" cy="5745480"/>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20" name="Title 1">
            <a:extLst>
              <a:ext uri="{FF2B5EF4-FFF2-40B4-BE49-F238E27FC236}">
                <a16:creationId xmlns:a16="http://schemas.microsoft.com/office/drawing/2014/main" id="{166274F4-CACA-1807-4344-CC206113F33E}"/>
              </a:ext>
            </a:extLst>
          </p:cNvPr>
          <p:cNvSpPr>
            <a:spLocks noGrp="1"/>
          </p:cNvSpPr>
          <p:nvPr>
            <p:ph type="title"/>
          </p:nvPr>
        </p:nvSpPr>
        <p:spPr>
          <a:xfrm>
            <a:off x="1524000" y="731520"/>
            <a:ext cx="10069483" cy="951766"/>
          </a:xfrm>
        </p:spPr>
        <p:txBody>
          <a:bodyPr anchor="b">
            <a:noAutofit/>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42362D5-E350-46C5-8BB1-F9E806A91933}" type="datetime1">
              <a:rPr lang="en-US" smtClean="0"/>
              <a:t>12/4/25</a:t>
            </a:fld>
            <a:endParaRPr lang="en-US"/>
          </a:p>
        </p:txBody>
      </p:sp>
      <p:sp>
        <p:nvSpPr>
          <p:cNvPr id="19" name="Content Placeholder 7">
            <a:extLst>
              <a:ext uri="{FF2B5EF4-FFF2-40B4-BE49-F238E27FC236}">
                <a16:creationId xmlns:a16="http://schemas.microsoft.com/office/drawing/2014/main" id="{2BE2C27D-A45C-D805-CEC9-BD1962E88A0D}"/>
              </a:ext>
            </a:extLst>
          </p:cNvPr>
          <p:cNvSpPr>
            <a:spLocks noGrp="1"/>
          </p:cNvSpPr>
          <p:nvPr>
            <p:ph sz="quarter" idx="14"/>
          </p:nvPr>
        </p:nvSpPr>
        <p:spPr>
          <a:xfrm>
            <a:off x="1523999" y="1865430"/>
            <a:ext cx="10057019" cy="430677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925444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2D1CFF0-9AC5-8F85-8BE0-1D00D8B339D0}"/>
              </a:ext>
            </a:extLst>
          </p:cNvPr>
          <p:cNvGrpSpPr/>
          <p:nvPr userDrawn="1"/>
        </p:nvGrpSpPr>
        <p:grpSpPr>
          <a:xfrm flipV="1">
            <a:off x="11078040" y="5402762"/>
            <a:ext cx="504370" cy="544340"/>
            <a:chOff x="10917026" y="837879"/>
            <a:chExt cx="513774" cy="554490"/>
          </a:xfrm>
        </p:grpSpPr>
        <p:sp>
          <p:nvSpPr>
            <p:cNvPr id="12" name="Graphic 12">
              <a:extLst>
                <a:ext uri="{FF2B5EF4-FFF2-40B4-BE49-F238E27FC236}">
                  <a16:creationId xmlns:a16="http://schemas.microsoft.com/office/drawing/2014/main" id="{DCF6343F-2BDC-BAF8-8771-D8F827586EC4}"/>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3" name="Graphic 13">
              <a:extLst>
                <a:ext uri="{FF2B5EF4-FFF2-40B4-BE49-F238E27FC236}">
                  <a16:creationId xmlns:a16="http://schemas.microsoft.com/office/drawing/2014/main" id="{2FB9015E-5F4A-4EBB-F6F9-1AA06F9397D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9" name="Graphic 15">
              <a:extLst>
                <a:ext uri="{FF2B5EF4-FFF2-40B4-BE49-F238E27FC236}">
                  <a16:creationId xmlns:a16="http://schemas.microsoft.com/office/drawing/2014/main" id="{BF86999F-09C8-4440-2B54-818C9F74E1E2}"/>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
        <p:nvSpPr>
          <p:cNvPr id="7" name="Title 1">
            <a:extLst>
              <a:ext uri="{FF2B5EF4-FFF2-40B4-BE49-F238E27FC236}">
                <a16:creationId xmlns:a16="http://schemas.microsoft.com/office/drawing/2014/main" id="{18819DB6-C4B9-EEAC-9439-99B46B52A9F7}"/>
              </a:ext>
            </a:extLst>
          </p:cNvPr>
          <p:cNvSpPr>
            <a:spLocks noGrp="1"/>
          </p:cNvSpPr>
          <p:nvPr>
            <p:ph type="ctrTitle"/>
          </p:nvPr>
        </p:nvSpPr>
        <p:spPr>
          <a:xfrm>
            <a:off x="1523997" y="1589044"/>
            <a:ext cx="9143978" cy="2075688"/>
          </a:xfrm>
        </p:spPr>
        <p:txBody>
          <a:bodyPr vert="horz" lIns="91440" tIns="45720" rIns="91440" bIns="45720" rtlCol="0" anchor="t">
            <a:noAutofit/>
          </a:bodyPr>
          <a:lstStyle>
            <a:lvl1pPr>
              <a:defRPr lang="en-US" sz="8000" dirty="0">
                <a:solidFill>
                  <a:schemeClr val="tx2"/>
                </a:solidFill>
              </a:defRPr>
            </a:lvl1pPr>
          </a:lstStyle>
          <a:p>
            <a:pPr lvl="0"/>
            <a:r>
              <a:rPr lang="en-US"/>
              <a:t>Click to edit Master title style</a:t>
            </a:r>
          </a:p>
        </p:txBody>
      </p:sp>
      <p:sp>
        <p:nvSpPr>
          <p:cNvPr id="6" name="Subtitle 2">
            <a:extLst>
              <a:ext uri="{FF2B5EF4-FFF2-40B4-BE49-F238E27FC236}">
                <a16:creationId xmlns:a16="http://schemas.microsoft.com/office/drawing/2014/main" id="{E44E26EC-3B2F-89C4-929E-5B4C7D8E8C37}"/>
              </a:ext>
            </a:extLst>
          </p:cNvPr>
          <p:cNvSpPr>
            <a:spLocks noGrp="1"/>
          </p:cNvSpPr>
          <p:nvPr>
            <p:ph type="subTitle" idx="1"/>
          </p:nvPr>
        </p:nvSpPr>
        <p:spPr>
          <a:xfrm>
            <a:off x="1523997" y="3869639"/>
            <a:ext cx="7315195" cy="1235761"/>
          </a:xfrm>
        </p:spPr>
        <p:txBody>
          <a:bodyPr vert="horz" lIns="91440" tIns="45720" rIns="91440" bIns="45720" rtlCol="0">
            <a:normAutofit/>
          </a:bodyPr>
          <a:lstStyle>
            <a:lvl1pPr marL="0" indent="0">
              <a:buNone/>
              <a:defRPr lang="en-US" sz="2000" dirty="0">
                <a:solidFill>
                  <a:schemeClr val="tx2"/>
                </a:solidFill>
              </a:defRPr>
            </a:lvl1pPr>
          </a:lstStyle>
          <a:p>
            <a:pPr lvl="0"/>
            <a:r>
              <a:rPr lang="en-US"/>
              <a:t>Click to edit Master subtitle style</a:t>
            </a:r>
          </a:p>
        </p:txBody>
      </p:sp>
      <p:sp>
        <p:nvSpPr>
          <p:cNvPr id="5" name="Slide Number Placeholder 4">
            <a:extLst>
              <a:ext uri="{FF2B5EF4-FFF2-40B4-BE49-F238E27FC236}">
                <a16:creationId xmlns:a16="http://schemas.microsoft.com/office/drawing/2014/main" id="{6AB9E877-9B18-A451-D98E-9CA0A584B78F}"/>
              </a:ext>
            </a:extLst>
          </p:cNvPr>
          <p:cNvSpPr>
            <a:spLocks noGrp="1"/>
          </p:cNvSpPr>
          <p:nvPr>
            <p:ph type="sldNum" sz="quarter" idx="12"/>
          </p:nvPr>
        </p:nvSpPr>
        <p:spPr>
          <a:xfrm>
            <a:off x="533400" y="685801"/>
            <a:ext cx="609600" cy="365125"/>
          </a:xfrm>
        </p:spPr>
        <p:txBody>
          <a:bodyPr/>
          <a:lstStyle>
            <a:lvl1pPr>
              <a:defRPr>
                <a:solidFill>
                  <a:schemeClr val="accent2"/>
                </a:solidFill>
              </a:defRPr>
            </a:lvl1pPr>
          </a:lstStyle>
          <a:p>
            <a:fld id="{AEAA3239-9EA4-4A65-A281-97F994456D9F}" type="slidenum">
              <a:rPr lang="en-US" smtClean="0"/>
              <a:pPr/>
              <a:t>‹#›</a:t>
            </a:fld>
            <a:endParaRPr lang="en-US"/>
          </a:p>
        </p:txBody>
      </p:sp>
      <p:sp>
        <p:nvSpPr>
          <p:cNvPr id="10" name="Footer Placeholder 3">
            <a:extLst>
              <a:ext uri="{FF2B5EF4-FFF2-40B4-BE49-F238E27FC236}">
                <a16:creationId xmlns:a16="http://schemas.microsoft.com/office/drawing/2014/main" id="{1877CAE4-667F-32A6-E47D-42EFBEAAB6BC}"/>
              </a:ext>
            </a:extLst>
          </p:cNvPr>
          <p:cNvSpPr>
            <a:spLocks noGrp="1"/>
          </p:cNvSpPr>
          <p:nvPr>
            <p:ph type="ftr" sz="quarter" idx="11"/>
          </p:nvPr>
        </p:nvSpPr>
        <p:spPr>
          <a:xfrm>
            <a:off x="1524000" y="6343955"/>
            <a:ext cx="2805405" cy="365125"/>
          </a:xfrm>
        </p:spPr>
        <p:txBody>
          <a:bodyPr/>
          <a:lstStyle>
            <a:lvl1pPr>
              <a:defRPr>
                <a:solidFill>
                  <a:schemeClr val="bg1">
                    <a:lumMod val="65000"/>
                  </a:schemeClr>
                </a:solidFill>
              </a:defRPr>
            </a:lvl1pPr>
          </a:lstStyle>
          <a:p>
            <a:r>
              <a:rPr lang="en-US"/>
              <a:t>Sample Footer Text</a:t>
            </a:r>
          </a:p>
        </p:txBody>
      </p:sp>
      <p:sp>
        <p:nvSpPr>
          <p:cNvPr id="9" name="Date Placeholder 3">
            <a:extLst>
              <a:ext uri="{FF2B5EF4-FFF2-40B4-BE49-F238E27FC236}">
                <a16:creationId xmlns:a16="http://schemas.microsoft.com/office/drawing/2014/main" id="{27140891-D103-3E88-D570-8C8B20BA9F60}"/>
              </a:ext>
            </a:extLst>
          </p:cNvPr>
          <p:cNvSpPr>
            <a:spLocks noGrp="1"/>
          </p:cNvSpPr>
          <p:nvPr>
            <p:ph type="dt" sz="half" idx="10"/>
          </p:nvPr>
        </p:nvSpPr>
        <p:spPr>
          <a:xfrm>
            <a:off x="9379756" y="6343955"/>
            <a:ext cx="2202644" cy="365125"/>
          </a:xfrm>
        </p:spPr>
        <p:txBody>
          <a:bodyPr/>
          <a:lstStyle/>
          <a:p>
            <a:fld id="{9467FC12-63BB-4A63-9424-BFBF8E1D71D9}" type="datetime1">
              <a:rPr lang="en-US" smtClean="0"/>
              <a:t>12/4/25</a:t>
            </a:fld>
            <a:endParaRPr lang="en-US"/>
          </a:p>
        </p:txBody>
      </p:sp>
      <p:cxnSp>
        <p:nvCxnSpPr>
          <p:cNvPr id="4" name="Straight Connector 3">
            <a:extLst>
              <a:ext uri="{FF2B5EF4-FFF2-40B4-BE49-F238E27FC236}">
                <a16:creationId xmlns:a16="http://schemas.microsoft.com/office/drawing/2014/main" id="{F703CA80-6DBA-3B73-6BFD-A60ABD65ECAF}"/>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64251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6E4F0D3D-A04C-F099-0546-411DF9406A39}"/>
              </a:ext>
            </a:extLst>
          </p:cNvPr>
          <p:cNvGrpSpPr/>
          <p:nvPr userDrawn="1"/>
        </p:nvGrpSpPr>
        <p:grpSpPr>
          <a:xfrm>
            <a:off x="11078040" y="685800"/>
            <a:ext cx="504370" cy="544340"/>
            <a:chOff x="10917026" y="837879"/>
            <a:chExt cx="513774" cy="554490"/>
          </a:xfrm>
        </p:grpSpPr>
        <p:sp>
          <p:nvSpPr>
            <p:cNvPr id="30" name="Graphic 12">
              <a:extLst>
                <a:ext uri="{FF2B5EF4-FFF2-40B4-BE49-F238E27FC236}">
                  <a16:creationId xmlns:a16="http://schemas.microsoft.com/office/drawing/2014/main" id="{EC673102-B70E-FEBF-D297-FC1C83D45905}"/>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a:solidFill>
                  <a:schemeClr val="bg1"/>
                </a:solidFill>
              </a:endParaRPr>
            </a:p>
          </p:txBody>
        </p:sp>
        <p:sp>
          <p:nvSpPr>
            <p:cNvPr id="31" name="Graphic 13">
              <a:extLst>
                <a:ext uri="{FF2B5EF4-FFF2-40B4-BE49-F238E27FC236}">
                  <a16:creationId xmlns:a16="http://schemas.microsoft.com/office/drawing/2014/main" id="{0943C261-48FF-2C9A-8493-EA11792624D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bg1"/>
            </a:solidFill>
            <a:ln w="603" cap="flat">
              <a:noFill/>
              <a:prstDash val="solid"/>
              <a:miter/>
            </a:ln>
          </p:spPr>
          <p:txBody>
            <a:bodyPr rtlCol="0" anchor="ctr"/>
            <a:lstStyle/>
            <a:p>
              <a:endParaRPr lang="en-US">
                <a:solidFill>
                  <a:schemeClr val="bg1"/>
                </a:solidFill>
              </a:endParaRPr>
            </a:p>
          </p:txBody>
        </p:sp>
        <p:sp>
          <p:nvSpPr>
            <p:cNvPr id="32" name="Graphic 15">
              <a:extLst>
                <a:ext uri="{FF2B5EF4-FFF2-40B4-BE49-F238E27FC236}">
                  <a16:creationId xmlns:a16="http://schemas.microsoft.com/office/drawing/2014/main" id="{322FF879-90E3-2ADF-6584-DD72AE6508DB}"/>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bg1"/>
            </a:solidFill>
            <a:ln w="610" cap="flat">
              <a:noFill/>
              <a:prstDash val="solid"/>
              <a:miter/>
            </a:ln>
          </p:spPr>
          <p:txBody>
            <a:bodyPr rtlCol="0" anchor="ctr"/>
            <a:lstStyle/>
            <a:p>
              <a:endParaRPr lang="en-US">
                <a:solidFill>
                  <a:schemeClr val="bg1"/>
                </a:solidFill>
              </a:endParaRPr>
            </a:p>
          </p:txBody>
        </p:sp>
      </p:grpSp>
      <p:sp>
        <p:nvSpPr>
          <p:cNvPr id="8" name="Title 1">
            <a:extLst>
              <a:ext uri="{FF2B5EF4-FFF2-40B4-BE49-F238E27FC236}">
                <a16:creationId xmlns:a16="http://schemas.microsoft.com/office/drawing/2014/main" id="{8CEC42AA-27BF-B007-BB04-09C8C9EC4AB7}"/>
              </a:ext>
            </a:extLst>
          </p:cNvPr>
          <p:cNvSpPr>
            <a:spLocks noGrp="1"/>
          </p:cNvSpPr>
          <p:nvPr>
            <p:ph type="ctrTitle"/>
          </p:nvPr>
        </p:nvSpPr>
        <p:spPr>
          <a:xfrm>
            <a:off x="693824" y="1821900"/>
            <a:ext cx="10058376" cy="2303329"/>
          </a:xfrm>
        </p:spPr>
        <p:txBody>
          <a:bodyPr vert="horz" lIns="91440" tIns="45720" rIns="91440" bIns="45720" rtlCol="0" anchor="b">
            <a:noAutofit/>
          </a:bodyPr>
          <a:lstStyle>
            <a:lvl1pPr>
              <a:defRPr lang="en-US" sz="8000" dirty="0">
                <a:solidFill>
                  <a:schemeClr val="bg2"/>
                </a:solidFill>
              </a:defRPr>
            </a:lvl1pPr>
          </a:lstStyle>
          <a:p>
            <a:pPr lvl="0"/>
            <a:r>
              <a:rPr lang="en-US"/>
              <a:t>Click to edit Master title style</a:t>
            </a:r>
          </a:p>
        </p:txBody>
      </p:sp>
      <p:sp>
        <p:nvSpPr>
          <p:cNvPr id="7" name="Subtitle 2">
            <a:extLst>
              <a:ext uri="{FF2B5EF4-FFF2-40B4-BE49-F238E27FC236}">
                <a16:creationId xmlns:a16="http://schemas.microsoft.com/office/drawing/2014/main" id="{2D02356A-0FAC-18A7-430E-172D662A1E14}"/>
              </a:ext>
            </a:extLst>
          </p:cNvPr>
          <p:cNvSpPr>
            <a:spLocks noGrp="1"/>
          </p:cNvSpPr>
          <p:nvPr>
            <p:ph type="subTitle" idx="1"/>
          </p:nvPr>
        </p:nvSpPr>
        <p:spPr>
          <a:xfrm>
            <a:off x="693824" y="4337220"/>
            <a:ext cx="8229593" cy="1235761"/>
          </a:xfrm>
        </p:spPr>
        <p:txBody>
          <a:bodyPr vert="horz" lIns="91440" tIns="45720" rIns="91440" bIns="45720" rtlCol="0">
            <a:normAutofit/>
          </a:bodyPr>
          <a:lstStyle>
            <a:lvl1pPr marL="0" indent="0">
              <a:buNone/>
              <a:defRPr lang="en-US" sz="2000" dirty="0">
                <a:solidFill>
                  <a:schemeClr val="bg2"/>
                </a:solidFill>
              </a:defRPr>
            </a:lvl1pPr>
          </a:lstStyle>
          <a:p>
            <a:pPr lvl="0"/>
            <a:r>
              <a:rPr lang="en-US"/>
              <a:t>Click to edit Master subtitle style</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AEAA3239-9EA4-4A65-A281-97F994456D9F}" type="slidenum">
              <a:rPr lang="en-US" smtClean="0"/>
              <a:pPr/>
              <a:t>‹#›</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93824" y="6343955"/>
            <a:ext cx="2805405" cy="365125"/>
          </a:xfrm>
        </p:spPr>
        <p:txBody>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07A3B59-4DAC-4AFE-874D-3A86EC3801A0}" type="datetime1">
              <a:rPr lang="en-US" smtClean="0"/>
              <a:pPr/>
              <a:t>12/4/25</a:t>
            </a:fld>
            <a:endParaRPr lang="en-US"/>
          </a:p>
        </p:txBody>
      </p:sp>
    </p:spTree>
    <p:extLst>
      <p:ext uri="{BB962C8B-B14F-4D97-AF65-F5344CB8AC3E}">
        <p14:creationId xmlns:p14="http://schemas.microsoft.com/office/powerpoint/2010/main" val="3594627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8F20381-B525-83E1-04F7-7B2CE07C8F86}"/>
              </a:ext>
            </a:extLst>
          </p:cNvPr>
          <p:cNvGrpSpPr/>
          <p:nvPr userDrawn="1"/>
        </p:nvGrpSpPr>
        <p:grpSpPr>
          <a:xfrm flipV="1">
            <a:off x="11235202" y="5833131"/>
            <a:ext cx="504370" cy="544340"/>
            <a:chOff x="10917026" y="837879"/>
            <a:chExt cx="513774" cy="554490"/>
          </a:xfrm>
        </p:grpSpPr>
        <p:sp>
          <p:nvSpPr>
            <p:cNvPr id="5" name="Graphic 12">
              <a:extLst>
                <a:ext uri="{FF2B5EF4-FFF2-40B4-BE49-F238E27FC236}">
                  <a16:creationId xmlns:a16="http://schemas.microsoft.com/office/drawing/2014/main" id="{7C03E215-D7FC-6286-2AF6-55828447FFD9}"/>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9" name="Graphic 13">
              <a:extLst>
                <a:ext uri="{FF2B5EF4-FFF2-40B4-BE49-F238E27FC236}">
                  <a16:creationId xmlns:a16="http://schemas.microsoft.com/office/drawing/2014/main" id="{F78CD9B1-F8B0-4A64-3456-A9A2295574F6}"/>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0" name="Graphic 15">
              <a:extLst>
                <a:ext uri="{FF2B5EF4-FFF2-40B4-BE49-F238E27FC236}">
                  <a16:creationId xmlns:a16="http://schemas.microsoft.com/office/drawing/2014/main" id="{D09C6E38-7F48-9E76-2E6D-10B4D1EA1CEB}"/>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
        <p:nvSpPr>
          <p:cNvPr id="6" name="Rectangle 5">
            <a:extLst>
              <a:ext uri="{FF2B5EF4-FFF2-40B4-BE49-F238E27FC236}">
                <a16:creationId xmlns:a16="http://schemas.microsoft.com/office/drawing/2014/main" id="{826C3ACE-E549-485B-A39D-BBF7B6FABE4F}"/>
              </a:ext>
              <a:ext uri="{C183D7F6-B498-43B3-948B-1728B52AA6E4}">
                <adec:decorative xmlns:adec="http://schemas.microsoft.com/office/drawing/2017/decorative" val="1"/>
              </a:ext>
            </a:extLst>
          </p:cNvPr>
          <p:cNvSpPr/>
          <p:nvPr userDrawn="1"/>
        </p:nvSpPr>
        <p:spPr>
          <a:xfrm>
            <a:off x="0" y="0"/>
            <a:ext cx="12192000" cy="43434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1" y="4830149"/>
            <a:ext cx="9973455" cy="938784"/>
          </a:xfrm>
        </p:spPr>
        <p:txBody>
          <a:bodyPr vert="horz" lIns="91440" tIns="45720" rIns="91440" bIns="45720" rtlCol="0" anchor="b">
            <a:noAutofit/>
          </a:bodyPr>
          <a:lstStyle>
            <a:lvl1pPr>
              <a:defRPr lang="en-US" sz="6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1" y="5799255"/>
            <a:ext cx="9973455" cy="457200"/>
          </a:xfrm>
        </p:spPr>
        <p:txBody>
          <a:bodyPr vert="horz" lIns="91440" tIns="45720" rIns="91440" bIns="45720" rtlCol="0">
            <a:noAutofit/>
          </a:bodyPr>
          <a:lstStyle>
            <a:lvl1pPr marL="0" indent="0">
              <a:buNone/>
              <a:defRPr lang="en-US" sz="2000"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B32704EA-8361-E841-02ED-F3025E8FF334}"/>
              </a:ext>
            </a:extLst>
          </p:cNvPr>
          <p:cNvSpPr>
            <a:spLocks noGrp="1"/>
          </p:cNvSpPr>
          <p:nvPr>
            <p:ph type="pic" sz="quarter" idx="16" hasCustomPrompt="1"/>
          </p:nvPr>
        </p:nvSpPr>
        <p:spPr>
          <a:xfrm>
            <a:off x="304800" y="304801"/>
            <a:ext cx="11582398" cy="371704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09600" y="6343955"/>
            <a:ext cx="2805405" cy="365125"/>
          </a:xfrm>
        </p:spPr>
        <p:txBody>
          <a:bodyPr/>
          <a:lstStyle/>
          <a:p>
            <a:r>
              <a:rPr lang="en-US"/>
              <a:t>Sample Footer Text</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5888334B-5C34-4E7E-A4B0-3A19575F6DD8}" type="datetime1">
              <a:rPr lang="en-US" smtClean="0"/>
              <a:t>12/4/25</a:t>
            </a:fld>
            <a:endParaRPr lang="en-US"/>
          </a:p>
        </p:txBody>
      </p:sp>
    </p:spTree>
    <p:extLst>
      <p:ext uri="{BB962C8B-B14F-4D97-AF65-F5344CB8AC3E}">
        <p14:creationId xmlns:p14="http://schemas.microsoft.com/office/powerpoint/2010/main" val="38880612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2">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CBEC1D1-7F98-857F-E339-B3A2319EE6EA}"/>
              </a:ext>
              <a:ext uri="{C183D7F6-B498-43B3-948B-1728B52AA6E4}">
                <adec:decorative xmlns:adec="http://schemas.microsoft.com/office/drawing/2017/decorative" val="1"/>
              </a:ext>
            </a:extLst>
          </p:cNvPr>
          <p:cNvSpPr/>
          <p:nvPr userDrawn="1"/>
        </p:nvSpPr>
        <p:spPr>
          <a:xfrm>
            <a:off x="0" y="0"/>
            <a:ext cx="3352800"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
            <a:extLst>
              <a:ext uri="{FF2B5EF4-FFF2-40B4-BE49-F238E27FC236}">
                <a16:creationId xmlns:a16="http://schemas.microsoft.com/office/drawing/2014/main" id="{79A38D88-7881-D4FF-5259-971983942C32}"/>
              </a:ext>
            </a:extLst>
          </p:cNvPr>
          <p:cNvSpPr>
            <a:spLocks noGrp="1"/>
          </p:cNvSpPr>
          <p:nvPr>
            <p:ph type="ctrTitle"/>
          </p:nvPr>
        </p:nvSpPr>
        <p:spPr>
          <a:xfrm>
            <a:off x="4267200" y="1769161"/>
            <a:ext cx="7284046" cy="2428125"/>
          </a:xfrm>
        </p:spPr>
        <p:txBody>
          <a:bodyPr vert="horz" lIns="91440" tIns="45720" rIns="91440" bIns="45720" rtlCol="0" anchor="b">
            <a:noAutofit/>
          </a:bodyPr>
          <a:lstStyle>
            <a:lvl1pPr>
              <a:defRPr lang="en-US" sz="6000" dirty="0">
                <a:solidFill>
                  <a:schemeClr val="tx2"/>
                </a:solidFill>
              </a:defRPr>
            </a:lvl1pPr>
          </a:lstStyle>
          <a:p>
            <a:pPr lvl="0"/>
            <a:r>
              <a:rPr lang="en-US"/>
              <a:t>Click to edit Master title style</a:t>
            </a:r>
          </a:p>
        </p:txBody>
      </p:sp>
      <p:sp>
        <p:nvSpPr>
          <p:cNvPr id="17" name="Subtitle 2">
            <a:extLst>
              <a:ext uri="{FF2B5EF4-FFF2-40B4-BE49-F238E27FC236}">
                <a16:creationId xmlns:a16="http://schemas.microsoft.com/office/drawing/2014/main" id="{D3DF9455-AAB1-80EB-CDF7-31CB3D9C4307}"/>
              </a:ext>
            </a:extLst>
          </p:cNvPr>
          <p:cNvSpPr>
            <a:spLocks noGrp="1"/>
          </p:cNvSpPr>
          <p:nvPr>
            <p:ph type="subTitle" idx="1"/>
          </p:nvPr>
        </p:nvSpPr>
        <p:spPr>
          <a:xfrm>
            <a:off x="4267200" y="4343400"/>
            <a:ext cx="7284046" cy="854761"/>
          </a:xfrm>
        </p:spPr>
        <p:txBody>
          <a:bodyPr vert="horz" lIns="91440" tIns="45720" rIns="91440" bIns="45720" rtlCol="0">
            <a:normAutofit/>
          </a:bodyPr>
          <a:lstStyle>
            <a:lvl1pPr marL="0" indent="0">
              <a:buNone/>
              <a:defRPr lang="en-US" sz="2000" dirty="0">
                <a:solidFill>
                  <a:schemeClr val="tx2"/>
                </a:solidFill>
              </a:defRPr>
            </a:lvl1pPr>
          </a:lstStyle>
          <a:p>
            <a:pPr lvl="0"/>
            <a:r>
              <a:rPr lang="en-US"/>
              <a:t>Click to edit Master subtitle style</a:t>
            </a:r>
          </a:p>
        </p:txBody>
      </p:sp>
      <p:sp>
        <p:nvSpPr>
          <p:cNvPr id="9" name="Picture Placeholder 19">
            <a:extLst>
              <a:ext uri="{FF2B5EF4-FFF2-40B4-BE49-F238E27FC236}">
                <a16:creationId xmlns:a16="http://schemas.microsoft.com/office/drawing/2014/main" id="{A4A48233-ADB1-E408-3C24-5E94AFF439AB}"/>
              </a:ext>
            </a:extLst>
          </p:cNvPr>
          <p:cNvSpPr>
            <a:spLocks noGrp="1"/>
          </p:cNvSpPr>
          <p:nvPr>
            <p:ph type="pic" sz="quarter" idx="13" hasCustomPrompt="1"/>
          </p:nvPr>
        </p:nvSpPr>
        <p:spPr>
          <a:xfrm>
            <a:off x="301752" y="301752"/>
            <a:ext cx="2749296" cy="625144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13" name="Footer Placeholder 4">
            <a:extLst>
              <a:ext uri="{FF2B5EF4-FFF2-40B4-BE49-F238E27FC236}">
                <a16:creationId xmlns:a16="http://schemas.microsoft.com/office/drawing/2014/main" id="{0FC87D7A-0527-A5E3-DEA8-D71F5745AAD8}"/>
              </a:ext>
            </a:extLst>
          </p:cNvPr>
          <p:cNvSpPr>
            <a:spLocks noGrp="1"/>
          </p:cNvSpPr>
          <p:nvPr>
            <p:ph type="ftr" sz="quarter" idx="11"/>
          </p:nvPr>
        </p:nvSpPr>
        <p:spPr>
          <a:xfrm>
            <a:off x="4267200" y="6343955"/>
            <a:ext cx="2100482" cy="365125"/>
          </a:xfrm>
        </p:spPr>
        <p:txBody>
          <a:bodyPr/>
          <a:lstStyle/>
          <a:p>
            <a:r>
              <a:rPr lang="en-US"/>
              <a:t>Sample Footer Text</a:t>
            </a:r>
          </a:p>
        </p:txBody>
      </p:sp>
      <p:sp>
        <p:nvSpPr>
          <p:cNvPr id="12" name="Date Placeholder 3">
            <a:extLst>
              <a:ext uri="{FF2B5EF4-FFF2-40B4-BE49-F238E27FC236}">
                <a16:creationId xmlns:a16="http://schemas.microsoft.com/office/drawing/2014/main" id="{EAFB5A47-E72D-BB4C-9268-E49FA4142890}"/>
              </a:ext>
            </a:extLst>
          </p:cNvPr>
          <p:cNvSpPr>
            <a:spLocks noGrp="1"/>
          </p:cNvSpPr>
          <p:nvPr>
            <p:ph type="dt" sz="half" idx="10"/>
          </p:nvPr>
        </p:nvSpPr>
        <p:spPr>
          <a:xfrm>
            <a:off x="9618883" y="6343955"/>
            <a:ext cx="1475163" cy="365125"/>
          </a:xfrm>
        </p:spPr>
        <p:txBody>
          <a:bodyPr/>
          <a:lstStyle>
            <a:lvl1pPr>
              <a:defRPr>
                <a:solidFill>
                  <a:schemeClr val="tx1"/>
                </a:solidFill>
                <a:effectLst/>
              </a:defRPr>
            </a:lvl1pPr>
          </a:lstStyle>
          <a:p>
            <a:fld id="{1F92EF8E-B9EB-49F8-83E1-F362FA442011}" type="datetime1">
              <a:rPr lang="en-US" smtClean="0"/>
              <a:t>12/4/25</a:t>
            </a:fld>
            <a:endParaRPr lang="en-US"/>
          </a:p>
        </p:txBody>
      </p:sp>
      <p:sp>
        <p:nvSpPr>
          <p:cNvPr id="15" name="Slide Number Placeholder 5">
            <a:extLst>
              <a:ext uri="{FF2B5EF4-FFF2-40B4-BE49-F238E27FC236}">
                <a16:creationId xmlns:a16="http://schemas.microsoft.com/office/drawing/2014/main" id="{F81D0EA0-A326-A851-B642-A4EBACBE84A9}"/>
              </a:ext>
            </a:extLst>
          </p:cNvPr>
          <p:cNvSpPr>
            <a:spLocks noGrp="1"/>
          </p:cNvSpPr>
          <p:nvPr>
            <p:ph type="sldNum" sz="quarter" idx="12"/>
          </p:nvPr>
        </p:nvSpPr>
        <p:spPr>
          <a:xfrm>
            <a:off x="11125200" y="6343954"/>
            <a:ext cx="765048" cy="365125"/>
          </a:xfrm>
        </p:spPr>
        <p:txBody>
          <a:bodyPr/>
          <a:lstStyle/>
          <a:p>
            <a:fld id="{AEAA3239-9EA4-4A65-A281-97F994456D9F}" type="slidenum">
              <a:rPr lang="en-US" smtClean="0"/>
              <a:t>‹#›</a:t>
            </a:fld>
            <a:endParaRPr lang="en-US"/>
          </a:p>
        </p:txBody>
      </p:sp>
      <p:grpSp>
        <p:nvGrpSpPr>
          <p:cNvPr id="2" name="Group 1">
            <a:extLst>
              <a:ext uri="{FF2B5EF4-FFF2-40B4-BE49-F238E27FC236}">
                <a16:creationId xmlns:a16="http://schemas.microsoft.com/office/drawing/2014/main" id="{5E27C3E2-72C1-ED26-913F-2FCD5587A1C7}"/>
              </a:ext>
            </a:extLst>
          </p:cNvPr>
          <p:cNvGrpSpPr/>
          <p:nvPr userDrawn="1"/>
        </p:nvGrpSpPr>
        <p:grpSpPr>
          <a:xfrm>
            <a:off x="11078040" y="685800"/>
            <a:ext cx="504370" cy="544340"/>
            <a:chOff x="10917026" y="837879"/>
            <a:chExt cx="513774" cy="554490"/>
          </a:xfrm>
        </p:grpSpPr>
        <p:sp>
          <p:nvSpPr>
            <p:cNvPr id="3" name="Graphic 12">
              <a:extLst>
                <a:ext uri="{FF2B5EF4-FFF2-40B4-BE49-F238E27FC236}">
                  <a16:creationId xmlns:a16="http://schemas.microsoft.com/office/drawing/2014/main" id="{0A0291D7-8E3C-9DCC-A2C8-949C23071F45}"/>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1"/>
                </a:solidFill>
              </a:endParaRPr>
            </a:p>
          </p:txBody>
        </p:sp>
        <p:sp>
          <p:nvSpPr>
            <p:cNvPr id="4" name="Graphic 13">
              <a:extLst>
                <a:ext uri="{FF2B5EF4-FFF2-40B4-BE49-F238E27FC236}">
                  <a16:creationId xmlns:a16="http://schemas.microsoft.com/office/drawing/2014/main" id="{453DCE66-88D3-8149-9CF0-EA784EF8B179}"/>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1"/>
                </a:solidFill>
              </a:endParaRPr>
            </a:p>
          </p:txBody>
        </p:sp>
        <p:sp>
          <p:nvSpPr>
            <p:cNvPr id="5" name="Graphic 15">
              <a:extLst>
                <a:ext uri="{FF2B5EF4-FFF2-40B4-BE49-F238E27FC236}">
                  <a16:creationId xmlns:a16="http://schemas.microsoft.com/office/drawing/2014/main" id="{1DAEC3CE-F5C2-42D8-A1C3-B668793E9074}"/>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1"/>
                </a:solidFill>
              </a:endParaRPr>
            </a:p>
          </p:txBody>
        </p:sp>
      </p:grpSp>
    </p:spTree>
    <p:extLst>
      <p:ext uri="{BB962C8B-B14F-4D97-AF65-F5344CB8AC3E}">
        <p14:creationId xmlns:p14="http://schemas.microsoft.com/office/powerpoint/2010/main" val="105105885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3">
    <p:bg>
      <p:bgPr>
        <a:gradFill>
          <a:gsLst>
            <a:gs pos="100000">
              <a:schemeClr val="accent4"/>
            </a:gs>
            <a:gs pos="0">
              <a:schemeClr val="accent2"/>
            </a:gs>
          </a:gsLst>
          <a:lin ang="81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181600" y="1769161"/>
            <a:ext cx="6369646" cy="2428125"/>
          </a:xfrm>
        </p:spPr>
        <p:txBody>
          <a:bodyPr vert="horz" lIns="91440" tIns="45720" rIns="91440" bIns="45720" rtlCol="0" anchor="b">
            <a:noAutofit/>
          </a:bodyPr>
          <a:lstStyle>
            <a:lvl1pPr>
              <a:defRPr lang="en-US" sz="6000" dirty="0">
                <a:solidFill>
                  <a:schemeClr val="bg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181600" y="4343400"/>
            <a:ext cx="6369646" cy="854761"/>
          </a:xfrm>
        </p:spPr>
        <p:txBody>
          <a:bodyPr vert="horz" lIns="91440" tIns="45720" rIns="91440" bIns="45720" rtlCol="0">
            <a:normAutofit/>
          </a:bodyPr>
          <a:lstStyle>
            <a:lvl1pPr marL="0" indent="0">
              <a:buNone/>
              <a:defRPr lang="en-US" sz="2000" dirty="0">
                <a:solidFill>
                  <a:schemeClr val="bg2"/>
                </a:solidFill>
              </a:defRPr>
            </a:lvl1pPr>
          </a:lstStyle>
          <a:p>
            <a:pPr lvl="0"/>
            <a:r>
              <a:rPr lang="en-US"/>
              <a:t>Click to edit Master subtitle style</a:t>
            </a:r>
          </a:p>
        </p:txBody>
      </p:sp>
      <p:sp>
        <p:nvSpPr>
          <p:cNvPr id="70" name="Picture Placeholder 18">
            <a:extLst>
              <a:ext uri="{FF2B5EF4-FFF2-40B4-BE49-F238E27FC236}">
                <a16:creationId xmlns:a16="http://schemas.microsoft.com/office/drawing/2014/main" id="{3E92F343-183A-6071-A6E3-2697714E7DE8}"/>
              </a:ext>
            </a:extLst>
          </p:cNvPr>
          <p:cNvSpPr>
            <a:spLocks noGrp="1"/>
          </p:cNvSpPr>
          <p:nvPr>
            <p:ph type="pic" sz="quarter" idx="14" hasCustomPrompt="1"/>
          </p:nvPr>
        </p:nvSpPr>
        <p:spPr>
          <a:xfrm>
            <a:off x="617927" y="1655065"/>
            <a:ext cx="3649273" cy="3649272"/>
          </a:xfrm>
          <a:custGeom>
            <a:avLst/>
            <a:gdLst>
              <a:gd name="connsiteX0" fmla="*/ 1853986 w 3707972"/>
              <a:gd name="connsiteY0" fmla="*/ 0 h 3707971"/>
              <a:gd name="connsiteX1" fmla="*/ 3707972 w 3707972"/>
              <a:gd name="connsiteY1" fmla="*/ 1853986 h 3707971"/>
              <a:gd name="connsiteX2" fmla="*/ 2043545 w 3707972"/>
              <a:gd name="connsiteY2" fmla="*/ 3698400 h 3707971"/>
              <a:gd name="connsiteX3" fmla="*/ 1854006 w 3707972"/>
              <a:gd name="connsiteY3" fmla="*/ 3707971 h 3707971"/>
              <a:gd name="connsiteX4" fmla="*/ 1853966 w 3707972"/>
              <a:gd name="connsiteY4" fmla="*/ 3707971 h 3707971"/>
              <a:gd name="connsiteX5" fmla="*/ 1664427 w 3707972"/>
              <a:gd name="connsiteY5" fmla="*/ 3698400 h 3707971"/>
              <a:gd name="connsiteX6" fmla="*/ 0 w 3707972"/>
              <a:gd name="connsiteY6" fmla="*/ 1853986 h 3707971"/>
              <a:gd name="connsiteX7" fmla="*/ 1853986 w 3707972"/>
              <a:gd name="connsiteY7" fmla="*/ 0 h 370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707972" h="3707971">
                <a:moveTo>
                  <a:pt x="1853986" y="0"/>
                </a:moveTo>
                <a:cubicBezTo>
                  <a:pt x="2877914" y="0"/>
                  <a:pt x="3707972" y="830058"/>
                  <a:pt x="3707972" y="1853986"/>
                </a:cubicBezTo>
                <a:cubicBezTo>
                  <a:pt x="3707972" y="2813919"/>
                  <a:pt x="2978429" y="3603458"/>
                  <a:pt x="2043545" y="3698400"/>
                </a:cubicBezTo>
                <a:lnTo>
                  <a:pt x="1854006" y="3707971"/>
                </a:lnTo>
                <a:lnTo>
                  <a:pt x="1853966" y="3707971"/>
                </a:lnTo>
                <a:lnTo>
                  <a:pt x="1664427" y="3698400"/>
                </a:lnTo>
                <a:cubicBezTo>
                  <a:pt x="729543" y="3603458"/>
                  <a:pt x="0" y="2813919"/>
                  <a:pt x="0" y="1853986"/>
                </a:cubicBezTo>
                <a:cubicBezTo>
                  <a:pt x="0" y="830058"/>
                  <a:pt x="830058" y="0"/>
                  <a:pt x="1853986" y="0"/>
                </a:cubicBezTo>
                <a:close/>
              </a:path>
            </a:pathLst>
          </a:custGeom>
          <a:blipFill dpi="0" rotWithShape="1">
            <a:blip r:embed="rId2">
              <a:alphaModFix amt="60000"/>
            </a:blip>
            <a:srcRect/>
            <a:stretch>
              <a:fillRect/>
            </a:stretch>
          </a:blipFill>
        </p:spPr>
        <p:txBody>
          <a:bodyPr wrap="square" tIns="914400" anchor="t">
            <a:noAutofit/>
          </a:bodyPr>
          <a:lstStyle>
            <a:lvl1pPr algn="ctr">
              <a:buNone/>
              <a:defRPr sz="1600" b="0" i="0">
                <a:solidFill>
                  <a:schemeClr val="tx1"/>
                </a:solidFill>
                <a:latin typeface="+mn-lt"/>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181600" y="6343955"/>
            <a:ext cx="2100482" cy="365125"/>
          </a:xfrm>
        </p:spPr>
        <p:txBody>
          <a:bodyPr/>
          <a:lstStyle>
            <a:lvl1pPr>
              <a:defRPr>
                <a:solidFill>
                  <a:schemeClr val="bg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18883" y="6343955"/>
            <a:ext cx="1475163" cy="365125"/>
          </a:xfrm>
        </p:spPr>
        <p:txBody>
          <a:bodyPr/>
          <a:lstStyle>
            <a:lvl1pPr>
              <a:defRPr>
                <a:solidFill>
                  <a:schemeClr val="bg1"/>
                </a:solidFill>
                <a:effectLst/>
              </a:defRPr>
            </a:lvl1pPr>
          </a:lstStyle>
          <a:p>
            <a:fld id="{1F92EF8E-B9EB-49F8-83E1-F362FA442011}" type="datetime1">
              <a:rPr lang="en-US" smtClean="0"/>
              <a:pPr/>
              <a:t>12/4/25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25200" y="6343954"/>
            <a:ext cx="426046" cy="365125"/>
          </a:xfrm>
        </p:spPr>
        <p:txBody>
          <a:bodyPr/>
          <a:lstStyle>
            <a:lvl1pPr>
              <a:defRPr>
                <a:solidFill>
                  <a:schemeClr val="bg1"/>
                </a:solidFill>
              </a:defRPr>
            </a:lvl1pPr>
          </a:lstStyle>
          <a:p>
            <a:fld id="{AEAA3239-9EA4-4A65-A281-97F994456D9F}" type="slidenum">
              <a:rPr lang="en-US" smtClean="0"/>
              <a:pPr/>
              <a:t>‹#›</a:t>
            </a:fld>
            <a:endParaRPr lang="en-US"/>
          </a:p>
        </p:txBody>
      </p:sp>
      <p:grpSp>
        <p:nvGrpSpPr>
          <p:cNvPr id="71" name="Group 70">
            <a:extLst>
              <a:ext uri="{FF2B5EF4-FFF2-40B4-BE49-F238E27FC236}">
                <a16:creationId xmlns:a16="http://schemas.microsoft.com/office/drawing/2014/main" id="{5A8391CE-6E5C-7F95-E4F6-CA031A7FE9EF}"/>
              </a:ext>
            </a:extLst>
          </p:cNvPr>
          <p:cNvGrpSpPr/>
          <p:nvPr userDrawn="1"/>
        </p:nvGrpSpPr>
        <p:grpSpPr>
          <a:xfrm flipH="1">
            <a:off x="609600" y="1691849"/>
            <a:ext cx="3202310" cy="3570866"/>
            <a:chOff x="8176980" y="837879"/>
            <a:chExt cx="3253820" cy="3628304"/>
          </a:xfrm>
        </p:grpSpPr>
        <p:sp>
          <p:nvSpPr>
            <p:cNvPr id="72" name="Graphic 12">
              <a:extLst>
                <a:ext uri="{FF2B5EF4-FFF2-40B4-BE49-F238E27FC236}">
                  <a16:creationId xmlns:a16="http://schemas.microsoft.com/office/drawing/2014/main" id="{315E782D-1B62-1A7E-F943-E562642DC896}"/>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a:solidFill>
                  <a:schemeClr val="bg1"/>
                </a:solidFill>
              </a:endParaRPr>
            </a:p>
          </p:txBody>
        </p:sp>
        <p:sp>
          <p:nvSpPr>
            <p:cNvPr id="73" name="Graphic 13">
              <a:extLst>
                <a:ext uri="{FF2B5EF4-FFF2-40B4-BE49-F238E27FC236}">
                  <a16:creationId xmlns:a16="http://schemas.microsoft.com/office/drawing/2014/main" id="{54E55328-6641-32F6-83DA-F7F67F53DA4C}"/>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bg1"/>
            </a:solidFill>
            <a:ln w="603" cap="flat">
              <a:noFill/>
              <a:prstDash val="solid"/>
              <a:miter/>
            </a:ln>
          </p:spPr>
          <p:txBody>
            <a:bodyPr rtlCol="0" anchor="ctr"/>
            <a:lstStyle/>
            <a:p>
              <a:endParaRPr lang="en-US">
                <a:solidFill>
                  <a:schemeClr val="bg1"/>
                </a:solidFill>
              </a:endParaRPr>
            </a:p>
          </p:txBody>
        </p:sp>
        <p:sp>
          <p:nvSpPr>
            <p:cNvPr id="74" name="Graphic 15">
              <a:extLst>
                <a:ext uri="{FF2B5EF4-FFF2-40B4-BE49-F238E27FC236}">
                  <a16:creationId xmlns:a16="http://schemas.microsoft.com/office/drawing/2014/main" id="{E03230C5-4F41-A943-FEB0-AF14041F65A8}"/>
                </a:ext>
                <a:ext uri="{C183D7F6-B498-43B3-948B-1728B52AA6E4}">
                  <adec:decorative xmlns:adec="http://schemas.microsoft.com/office/drawing/2017/decorative" val="1"/>
                </a:ext>
              </a:extLst>
            </p:cNvPr>
            <p:cNvSpPr/>
            <p:nvPr userDrawn="1"/>
          </p:nvSpPr>
          <p:spPr>
            <a:xfrm>
              <a:off x="8176980" y="4338469"/>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bg1"/>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27540303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with Picture 4">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78F586E-F017-C86C-2A57-820E3F9C14C5}"/>
              </a:ext>
              <a:ext uri="{C183D7F6-B498-43B3-948B-1728B52AA6E4}">
                <adec:decorative xmlns:adec="http://schemas.microsoft.com/office/drawing/2017/decorative" val="1"/>
              </a:ext>
            </a:extLst>
          </p:cNvPr>
          <p:cNvSpPr/>
          <p:nvPr userDrawn="1"/>
        </p:nvSpPr>
        <p:spPr>
          <a:xfrm>
            <a:off x="8839200" y="0"/>
            <a:ext cx="3352800"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itle 1">
            <a:extLst>
              <a:ext uri="{FF2B5EF4-FFF2-40B4-BE49-F238E27FC236}">
                <a16:creationId xmlns:a16="http://schemas.microsoft.com/office/drawing/2014/main" id="{D244D47C-238B-4C58-A3EA-D08BC92B1454}"/>
              </a:ext>
            </a:extLst>
          </p:cNvPr>
          <p:cNvSpPr>
            <a:spLocks noGrp="1"/>
          </p:cNvSpPr>
          <p:nvPr>
            <p:ph type="ctrTitle"/>
          </p:nvPr>
        </p:nvSpPr>
        <p:spPr>
          <a:xfrm>
            <a:off x="731520" y="1769161"/>
            <a:ext cx="6347479" cy="2428125"/>
          </a:xfrm>
        </p:spPr>
        <p:txBody>
          <a:bodyPr vert="horz" lIns="91440" tIns="45720" rIns="91440" bIns="45720" rtlCol="0" anchor="b">
            <a:noAutofit/>
          </a:bodyPr>
          <a:lstStyle>
            <a:lvl1pPr>
              <a:defRPr lang="en-US" sz="6000" dirty="0">
                <a:solidFill>
                  <a:schemeClr val="tx2"/>
                </a:solidFill>
              </a:defRPr>
            </a:lvl1pPr>
          </a:lstStyle>
          <a:p>
            <a:pPr lvl="0"/>
            <a:r>
              <a:rPr lang="en-US"/>
              <a:t>Click to edit Master title style</a:t>
            </a:r>
          </a:p>
        </p:txBody>
      </p:sp>
      <p:sp>
        <p:nvSpPr>
          <p:cNvPr id="43" name="Subtitle 2">
            <a:extLst>
              <a:ext uri="{FF2B5EF4-FFF2-40B4-BE49-F238E27FC236}">
                <a16:creationId xmlns:a16="http://schemas.microsoft.com/office/drawing/2014/main" id="{BE024BDA-EDE4-950C-5CAA-808A8A9709BC}"/>
              </a:ext>
            </a:extLst>
          </p:cNvPr>
          <p:cNvSpPr>
            <a:spLocks noGrp="1"/>
          </p:cNvSpPr>
          <p:nvPr>
            <p:ph type="subTitle" idx="1"/>
          </p:nvPr>
        </p:nvSpPr>
        <p:spPr>
          <a:xfrm>
            <a:off x="731520" y="4343400"/>
            <a:ext cx="6347479" cy="854761"/>
          </a:xfrm>
        </p:spPr>
        <p:txBody>
          <a:bodyPr vert="horz" lIns="91440" tIns="45720" rIns="91440" bIns="45720" rtlCol="0">
            <a:normAutofit/>
          </a:bodyPr>
          <a:lstStyle>
            <a:lvl1pPr marL="0" indent="0">
              <a:buNone/>
              <a:defRPr lang="en-US" sz="2000" dirty="0">
                <a:solidFill>
                  <a:schemeClr val="tx2"/>
                </a:solidFill>
              </a:defRPr>
            </a:lvl1pPr>
          </a:lstStyle>
          <a:p>
            <a:pPr lvl="0"/>
            <a:r>
              <a:rPr lang="en-US"/>
              <a:t>Click to edit Master subtitle style</a:t>
            </a:r>
          </a:p>
        </p:txBody>
      </p:sp>
      <p:sp>
        <p:nvSpPr>
          <p:cNvPr id="15" name="Footer Placeholder 4">
            <a:extLst>
              <a:ext uri="{FF2B5EF4-FFF2-40B4-BE49-F238E27FC236}">
                <a16:creationId xmlns:a16="http://schemas.microsoft.com/office/drawing/2014/main" id="{510A432B-FC47-3A7E-9BC1-E978613FF7DE}"/>
              </a:ext>
            </a:extLst>
          </p:cNvPr>
          <p:cNvSpPr>
            <a:spLocks noGrp="1"/>
          </p:cNvSpPr>
          <p:nvPr>
            <p:ph type="ftr" sz="quarter" idx="11"/>
          </p:nvPr>
        </p:nvSpPr>
        <p:spPr>
          <a:xfrm>
            <a:off x="731520" y="6343955"/>
            <a:ext cx="2100482" cy="365125"/>
          </a:xfrm>
        </p:spPr>
        <p:txBody>
          <a:bodyPr/>
          <a:lstStyle/>
          <a:p>
            <a:r>
              <a:rPr lang="en-US"/>
              <a:t>Sample Footer Text</a:t>
            </a:r>
          </a:p>
        </p:txBody>
      </p:sp>
      <p:sp>
        <p:nvSpPr>
          <p:cNvPr id="14" name="Date Placeholder 3">
            <a:extLst>
              <a:ext uri="{FF2B5EF4-FFF2-40B4-BE49-F238E27FC236}">
                <a16:creationId xmlns:a16="http://schemas.microsoft.com/office/drawing/2014/main" id="{8D6EF6E2-A99D-ACAA-9484-72812FEC3935}"/>
              </a:ext>
            </a:extLst>
          </p:cNvPr>
          <p:cNvSpPr>
            <a:spLocks noGrp="1"/>
          </p:cNvSpPr>
          <p:nvPr>
            <p:ph type="dt" sz="half" idx="10"/>
          </p:nvPr>
        </p:nvSpPr>
        <p:spPr>
          <a:xfrm>
            <a:off x="5961283" y="6343955"/>
            <a:ext cx="1475163" cy="365125"/>
          </a:xfrm>
        </p:spPr>
        <p:txBody>
          <a:bodyPr/>
          <a:lstStyle>
            <a:lvl1pPr>
              <a:defRPr>
                <a:solidFill>
                  <a:schemeClr val="bg1">
                    <a:lumMod val="65000"/>
                  </a:schemeClr>
                </a:solidFill>
                <a:effectLst/>
              </a:defRPr>
            </a:lvl1pPr>
          </a:lstStyle>
          <a:p>
            <a:fld id="{1F92EF8E-B9EB-49F8-83E1-F362FA442011}" type="datetime1">
              <a:rPr lang="en-US" smtClean="0"/>
              <a:pPr/>
              <a:t>12/4/25</a:t>
            </a:fld>
            <a:endParaRPr lang="en-US"/>
          </a:p>
        </p:txBody>
      </p:sp>
      <p:sp>
        <p:nvSpPr>
          <p:cNvPr id="16" name="Slide Number Placeholder 5">
            <a:extLst>
              <a:ext uri="{FF2B5EF4-FFF2-40B4-BE49-F238E27FC236}">
                <a16:creationId xmlns:a16="http://schemas.microsoft.com/office/drawing/2014/main" id="{39676F7D-66A2-EA10-9616-F088F9350101}"/>
              </a:ext>
            </a:extLst>
          </p:cNvPr>
          <p:cNvSpPr>
            <a:spLocks noGrp="1"/>
          </p:cNvSpPr>
          <p:nvPr>
            <p:ph type="sldNum" sz="quarter" idx="12"/>
          </p:nvPr>
        </p:nvSpPr>
        <p:spPr>
          <a:xfrm>
            <a:off x="7467600" y="6343954"/>
            <a:ext cx="774700" cy="365125"/>
          </a:xfrm>
        </p:spPr>
        <p:txBody>
          <a:bodyPr/>
          <a:lstStyle/>
          <a:p>
            <a:fld id="{AEAA3239-9EA4-4A65-A281-97F994456D9F}" type="slidenum">
              <a:rPr lang="en-US" smtClean="0"/>
              <a:t>‹#›</a:t>
            </a:fld>
            <a:endParaRPr lang="en-US"/>
          </a:p>
        </p:txBody>
      </p:sp>
      <p:sp>
        <p:nvSpPr>
          <p:cNvPr id="20" name="Picture Placeholder 19">
            <a:extLst>
              <a:ext uri="{FF2B5EF4-FFF2-40B4-BE49-F238E27FC236}">
                <a16:creationId xmlns:a16="http://schemas.microsoft.com/office/drawing/2014/main" id="{1998C3BB-EB5A-C967-7413-4881360325BB}"/>
              </a:ext>
            </a:extLst>
          </p:cNvPr>
          <p:cNvSpPr>
            <a:spLocks noGrp="1"/>
          </p:cNvSpPr>
          <p:nvPr>
            <p:ph type="pic" sz="quarter" idx="13" hasCustomPrompt="1"/>
          </p:nvPr>
        </p:nvSpPr>
        <p:spPr>
          <a:xfrm>
            <a:off x="9140952" y="301752"/>
            <a:ext cx="2749296" cy="6251447"/>
          </a:xfrm>
          <a:blipFill>
            <a:blip r:embed="rId2">
              <a:alphaModFix amt="60000"/>
            </a:blip>
            <a:stretch>
              <a:fillRect/>
            </a:stretch>
          </a:blipFill>
        </p:spPr>
        <p:txBody>
          <a:bodyPr/>
          <a:lstStyle>
            <a:lvl1pPr marL="0" indent="0">
              <a:buNone/>
              <a:defRPr/>
            </a:lvl1pPr>
          </a:lstStyle>
          <a:p>
            <a:r>
              <a:rPr lang="en-US"/>
              <a:t>   </a:t>
            </a:r>
          </a:p>
        </p:txBody>
      </p:sp>
      <p:grpSp>
        <p:nvGrpSpPr>
          <p:cNvPr id="2" name="Group 1">
            <a:extLst>
              <a:ext uri="{FF2B5EF4-FFF2-40B4-BE49-F238E27FC236}">
                <a16:creationId xmlns:a16="http://schemas.microsoft.com/office/drawing/2014/main" id="{D4D53FBB-137B-8B8C-BD58-9D583E67E9FA}"/>
              </a:ext>
            </a:extLst>
          </p:cNvPr>
          <p:cNvGrpSpPr/>
          <p:nvPr userDrawn="1"/>
        </p:nvGrpSpPr>
        <p:grpSpPr>
          <a:xfrm flipH="1">
            <a:off x="609221" y="685800"/>
            <a:ext cx="504370" cy="544340"/>
            <a:chOff x="10917026" y="837879"/>
            <a:chExt cx="513774" cy="554490"/>
          </a:xfrm>
        </p:grpSpPr>
        <p:sp>
          <p:nvSpPr>
            <p:cNvPr id="3" name="Graphic 12">
              <a:extLst>
                <a:ext uri="{FF2B5EF4-FFF2-40B4-BE49-F238E27FC236}">
                  <a16:creationId xmlns:a16="http://schemas.microsoft.com/office/drawing/2014/main" id="{57C7E1E0-3774-C52E-FF3F-276DC7254D7B}"/>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5" name="Graphic 13">
              <a:extLst>
                <a:ext uri="{FF2B5EF4-FFF2-40B4-BE49-F238E27FC236}">
                  <a16:creationId xmlns:a16="http://schemas.microsoft.com/office/drawing/2014/main" id="{A35855F0-4BF9-780B-F9E5-C3B812086ADC}"/>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6" name="Graphic 15">
              <a:extLst>
                <a:ext uri="{FF2B5EF4-FFF2-40B4-BE49-F238E27FC236}">
                  <a16:creationId xmlns:a16="http://schemas.microsoft.com/office/drawing/2014/main" id="{1739F853-03FD-59DE-48A2-690D0CBD6924}"/>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245791974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a:gsLst>
            <a:gs pos="100000">
              <a:schemeClr val="accent4"/>
            </a:gs>
            <a:gs pos="0">
              <a:schemeClr val="accent2"/>
            </a:gs>
          </a:gsLst>
          <a:lin ang="81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1524001" y="836955"/>
            <a:ext cx="5943600" cy="4649446"/>
          </a:xfrm>
        </p:spPr>
        <p:txBody>
          <a:bodyPr vert="horz" lIns="91440" tIns="45720" rIns="91440" bIns="45720" rtlCol="0" anchor="b">
            <a:normAutofit/>
          </a:bodyPr>
          <a:lstStyle>
            <a:lvl1pPr>
              <a:defRPr lang="en-US" sz="8000" dirty="0"/>
            </a:lvl1pPr>
          </a:lstStyle>
          <a:p>
            <a:pPr lvl="0"/>
            <a:r>
              <a:rPr lang="en-US"/>
              <a:t>Section Header</a:t>
            </a:r>
          </a:p>
        </p:txBody>
      </p:sp>
      <p:sp>
        <p:nvSpPr>
          <p:cNvPr id="8" name="Slide Number Placeholder 7">
            <a:extLst>
              <a:ext uri="{FF2B5EF4-FFF2-40B4-BE49-F238E27FC236}">
                <a16:creationId xmlns:a16="http://schemas.microsoft.com/office/drawing/2014/main" id="{90F72D20-20C9-383E-9178-0772F0E1F3DE}"/>
              </a:ext>
            </a:extLst>
          </p:cNvPr>
          <p:cNvSpPr>
            <a:spLocks noGrp="1"/>
          </p:cNvSpPr>
          <p:nvPr>
            <p:ph type="sldNum" sz="quarter" idx="12"/>
          </p:nvPr>
        </p:nvSpPr>
        <p:spPr>
          <a:xfrm>
            <a:off x="533400" y="6343955"/>
            <a:ext cx="609600" cy="365125"/>
          </a:xfrm>
        </p:spPr>
        <p:txBody>
          <a:bodyPr/>
          <a:lstStyle>
            <a:lvl1pPr>
              <a:defRPr>
                <a:solidFill>
                  <a:schemeClr val="tx1"/>
                </a:solidFill>
              </a:defRPr>
            </a:lvl1pPr>
          </a:lstStyle>
          <a:p>
            <a:fld id="{AEAA3239-9EA4-4A65-A281-97F994456D9F}" type="slidenum">
              <a:rPr lang="en-US" smtClean="0"/>
              <a:pPr/>
              <a:t>‹#›</a:t>
            </a:fld>
            <a:endParaRPr lang="en-US"/>
          </a:p>
        </p:txBody>
      </p:sp>
      <p:sp>
        <p:nvSpPr>
          <p:cNvPr id="7" name="Footer Placeholder 6">
            <a:extLst>
              <a:ext uri="{FF2B5EF4-FFF2-40B4-BE49-F238E27FC236}">
                <a16:creationId xmlns:a16="http://schemas.microsoft.com/office/drawing/2014/main" id="{0F88A337-5DA0-D43A-9171-0BE54F3B9861}"/>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DE5E48CF-6B97-2628-4E35-BBA37CF30176}"/>
              </a:ext>
            </a:extLst>
          </p:cNvPr>
          <p:cNvSpPr>
            <a:spLocks noGrp="1"/>
          </p:cNvSpPr>
          <p:nvPr>
            <p:ph type="dt" sz="half" idx="10"/>
          </p:nvPr>
        </p:nvSpPr>
        <p:spPr/>
        <p:txBody>
          <a:bodyPr/>
          <a:lstStyle>
            <a:lvl1pPr>
              <a:defRPr>
                <a:solidFill>
                  <a:schemeClr val="tx1"/>
                </a:solidFill>
              </a:defRPr>
            </a:lvl1pPr>
          </a:lstStyle>
          <a:p>
            <a:fld id="{7DF4F7BB-A1DF-4BD2-8D5B-CA9EB40127CE}" type="datetime1">
              <a:rPr lang="en-US" smtClean="0"/>
              <a:pPr/>
              <a:t>12/4/25</a:t>
            </a:fld>
            <a:endParaRPr lang="en-US"/>
          </a:p>
        </p:txBody>
      </p:sp>
      <p:grpSp>
        <p:nvGrpSpPr>
          <p:cNvPr id="4" name="Group 3">
            <a:extLst>
              <a:ext uri="{FF2B5EF4-FFF2-40B4-BE49-F238E27FC236}">
                <a16:creationId xmlns:a16="http://schemas.microsoft.com/office/drawing/2014/main" id="{AD6A6A97-47D8-2732-5480-7A10088EEECA}"/>
              </a:ext>
            </a:extLst>
          </p:cNvPr>
          <p:cNvGrpSpPr/>
          <p:nvPr userDrawn="1"/>
        </p:nvGrpSpPr>
        <p:grpSpPr>
          <a:xfrm>
            <a:off x="11078040" y="685800"/>
            <a:ext cx="504370" cy="544340"/>
            <a:chOff x="10917026" y="837879"/>
            <a:chExt cx="513774" cy="554490"/>
          </a:xfrm>
        </p:grpSpPr>
        <p:sp>
          <p:nvSpPr>
            <p:cNvPr id="5" name="Graphic 12">
              <a:extLst>
                <a:ext uri="{FF2B5EF4-FFF2-40B4-BE49-F238E27FC236}">
                  <a16:creationId xmlns:a16="http://schemas.microsoft.com/office/drawing/2014/main" id="{F1A8C0CF-15BB-E48E-84A2-FED587711EC9}"/>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tx1"/>
            </a:solidFill>
            <a:ln w="422" cap="flat">
              <a:noFill/>
              <a:prstDash val="solid"/>
              <a:miter/>
            </a:ln>
          </p:spPr>
          <p:txBody>
            <a:bodyPr rtlCol="0" anchor="ctr"/>
            <a:lstStyle/>
            <a:p>
              <a:endParaRPr lang="en-US">
                <a:solidFill>
                  <a:schemeClr val="bg1"/>
                </a:solidFill>
              </a:endParaRPr>
            </a:p>
          </p:txBody>
        </p:sp>
        <p:sp>
          <p:nvSpPr>
            <p:cNvPr id="6" name="Graphic 13">
              <a:extLst>
                <a:ext uri="{FF2B5EF4-FFF2-40B4-BE49-F238E27FC236}">
                  <a16:creationId xmlns:a16="http://schemas.microsoft.com/office/drawing/2014/main" id="{B930F6D1-9019-A076-D0C4-525F4D513B7C}"/>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tx1"/>
            </a:solidFill>
            <a:ln w="603" cap="flat">
              <a:noFill/>
              <a:prstDash val="solid"/>
              <a:miter/>
            </a:ln>
          </p:spPr>
          <p:txBody>
            <a:bodyPr rtlCol="0" anchor="ctr"/>
            <a:lstStyle/>
            <a:p>
              <a:endParaRPr lang="en-US">
                <a:solidFill>
                  <a:schemeClr val="bg1"/>
                </a:solidFill>
              </a:endParaRPr>
            </a:p>
          </p:txBody>
        </p:sp>
        <p:sp>
          <p:nvSpPr>
            <p:cNvPr id="10" name="Graphic 15">
              <a:extLst>
                <a:ext uri="{FF2B5EF4-FFF2-40B4-BE49-F238E27FC236}">
                  <a16:creationId xmlns:a16="http://schemas.microsoft.com/office/drawing/2014/main" id="{8041F824-3F05-4F8D-88F1-6EC99B0D8EDB}"/>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tx1"/>
            </a:solidFill>
            <a:ln w="610" cap="flat">
              <a:noFill/>
              <a:prstDash val="solid"/>
              <a:miter/>
            </a:ln>
          </p:spPr>
          <p:txBody>
            <a:bodyPr rtlCol="0" anchor="ctr"/>
            <a:lstStyle/>
            <a:p>
              <a:endParaRPr lang="en-US">
                <a:solidFill>
                  <a:schemeClr val="bg1"/>
                </a:solidFill>
              </a:endParaRPr>
            </a:p>
          </p:txBody>
        </p:sp>
      </p:grpSp>
      <p:cxnSp>
        <p:nvCxnSpPr>
          <p:cNvPr id="11" name="Straight Connector 10">
            <a:extLst>
              <a:ext uri="{FF2B5EF4-FFF2-40B4-BE49-F238E27FC236}">
                <a16:creationId xmlns:a16="http://schemas.microsoft.com/office/drawing/2014/main" id="{5CF65C86-0B12-5A0A-5722-290568B81842}"/>
              </a:ext>
              <a:ext uri="{C183D7F6-B498-43B3-948B-1728B52AA6E4}">
                <adec:decorative xmlns:adec="http://schemas.microsoft.com/office/drawing/2017/decorative" val="1"/>
              </a:ext>
            </a:extLst>
          </p:cNvPr>
          <p:cNvCxnSpPr>
            <a:cxnSpLocks/>
          </p:cNvCxnSpPr>
          <p:nvPr userDrawn="1"/>
        </p:nvCxnSpPr>
        <p:spPr>
          <a:xfrm>
            <a:off x="841248" y="0"/>
            <a:ext cx="0" cy="5202936"/>
          </a:xfrm>
          <a:prstGeom prst="line">
            <a:avLst/>
          </a:prstGeom>
          <a:ln w="25400" cap="sq">
            <a:solidFill>
              <a:schemeClr val="tx1"/>
            </a:soli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096526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1523999" y="903862"/>
            <a:ext cx="8229589" cy="1534537"/>
          </a:xfrm>
        </p:spPr>
        <p:txBody>
          <a:bodyPr anchor="b">
            <a:normAutofit/>
          </a:bodyPr>
          <a:lstStyle>
            <a:lvl1pPr>
              <a:defRPr sz="6000">
                <a:solidFill>
                  <a:schemeClr val="bg2"/>
                </a:solidFill>
              </a:defRPr>
            </a:lvl1pPr>
          </a:lstStyle>
          <a:p>
            <a:r>
              <a:rPr lang="en-US"/>
              <a:t>Agenda</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533400" y="685801"/>
            <a:ext cx="609600" cy="365125"/>
          </a:xfrm>
        </p:spPr>
        <p:txBody>
          <a:bodyPr/>
          <a:lstStyle>
            <a:lvl1pPr>
              <a:defRPr>
                <a:solidFill>
                  <a:schemeClr val="bg1"/>
                </a:solidFill>
              </a:defRPr>
            </a:lvl1pPr>
          </a:lstStyle>
          <a:p>
            <a:fld id="{AEAA3239-9EA4-4A65-A281-97F994456D9F}" type="slidenum">
              <a:rPr lang="en-US" smtClean="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527048" y="2971800"/>
            <a:ext cx="8229603" cy="3200399"/>
          </a:xfrm>
        </p:spPr>
        <p:txBody>
          <a:bodyPr>
            <a:normAutofit/>
          </a:bodyPr>
          <a:lstStyle>
            <a:lvl1pPr marL="457200" indent="-457200">
              <a:buFont typeface="+mj-lt"/>
              <a:buAutoNum type="arabicPeriod"/>
              <a:defRPr sz="1800">
                <a:solidFill>
                  <a:schemeClr val="bg1"/>
                </a:solidFill>
              </a:defRPr>
            </a:lvl1pPr>
            <a:lvl2pPr marL="685800" indent="-457200">
              <a:buFont typeface="+mj-lt"/>
              <a:buAutoNum type="arabicPeriod"/>
              <a:defRPr sz="1600">
                <a:solidFill>
                  <a:schemeClr val="bg1"/>
                </a:solidFill>
              </a:defRPr>
            </a:lvl2pPr>
            <a:lvl3pPr marL="800100" indent="-342900">
              <a:buFont typeface="+mj-lt"/>
              <a:buAutoNum type="arabicPeriod"/>
              <a:defRPr sz="1400">
                <a:solidFill>
                  <a:schemeClr val="bg1"/>
                </a:solidFill>
              </a:defRPr>
            </a:lvl3pPr>
            <a:lvl4pPr marL="1028700" indent="-342900">
              <a:buFont typeface="+mj-lt"/>
              <a:buAutoNum type="arabicPeriod"/>
              <a:defRPr sz="1400">
                <a:solidFill>
                  <a:schemeClr val="bg1"/>
                </a:solidFill>
              </a:defRPr>
            </a:lvl4pPr>
            <a:lvl5pPr marL="1257300" indent="-342900">
              <a:buFont typeface="+mj-lt"/>
              <a:buAutoNum type="arabicPeriod"/>
              <a:defRPr sz="1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bg1"/>
                </a:solidFill>
              </a:defRPr>
            </a:lvl1pPr>
          </a:lstStyle>
          <a:p>
            <a:fld id="{4F1AC263-88EE-42CC-B640-B12BA856CF71}" type="datetime1">
              <a:rPr lang="en-US" smtClean="0"/>
              <a:pPr/>
              <a:t>12/4/25</a:t>
            </a:fld>
            <a:endParaRPr lang="en-US"/>
          </a:p>
        </p:txBody>
      </p:sp>
      <p:grpSp>
        <p:nvGrpSpPr>
          <p:cNvPr id="32" name="Group 31">
            <a:extLst>
              <a:ext uri="{FF2B5EF4-FFF2-40B4-BE49-F238E27FC236}">
                <a16:creationId xmlns:a16="http://schemas.microsoft.com/office/drawing/2014/main" id="{7037958B-0E0E-0F56-D7A5-E2437B3EEBB1}"/>
              </a:ext>
            </a:extLst>
          </p:cNvPr>
          <p:cNvGrpSpPr/>
          <p:nvPr userDrawn="1"/>
        </p:nvGrpSpPr>
        <p:grpSpPr>
          <a:xfrm>
            <a:off x="11078040" y="685800"/>
            <a:ext cx="504370" cy="544340"/>
            <a:chOff x="10917026" y="837879"/>
            <a:chExt cx="513774" cy="554490"/>
          </a:xfrm>
        </p:grpSpPr>
        <p:sp>
          <p:nvSpPr>
            <p:cNvPr id="33" name="Graphic 12">
              <a:extLst>
                <a:ext uri="{FF2B5EF4-FFF2-40B4-BE49-F238E27FC236}">
                  <a16:creationId xmlns:a16="http://schemas.microsoft.com/office/drawing/2014/main" id="{AD1D3695-B33C-3177-AAA7-157D47AB04D9}"/>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a:solidFill>
                  <a:schemeClr val="bg1"/>
                </a:solidFill>
              </a:endParaRPr>
            </a:p>
          </p:txBody>
        </p:sp>
        <p:sp>
          <p:nvSpPr>
            <p:cNvPr id="34" name="Graphic 13">
              <a:extLst>
                <a:ext uri="{FF2B5EF4-FFF2-40B4-BE49-F238E27FC236}">
                  <a16:creationId xmlns:a16="http://schemas.microsoft.com/office/drawing/2014/main" id="{DCE100C5-0490-BB66-2B74-2DF1FFCFE07A}"/>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bg1"/>
            </a:solidFill>
            <a:ln w="603" cap="flat">
              <a:noFill/>
              <a:prstDash val="solid"/>
              <a:miter/>
            </a:ln>
          </p:spPr>
          <p:txBody>
            <a:bodyPr rtlCol="0" anchor="ctr"/>
            <a:lstStyle/>
            <a:p>
              <a:endParaRPr lang="en-US">
                <a:solidFill>
                  <a:schemeClr val="bg1"/>
                </a:solidFill>
              </a:endParaRPr>
            </a:p>
          </p:txBody>
        </p:sp>
        <p:sp>
          <p:nvSpPr>
            <p:cNvPr id="35" name="Graphic 15">
              <a:extLst>
                <a:ext uri="{FF2B5EF4-FFF2-40B4-BE49-F238E27FC236}">
                  <a16:creationId xmlns:a16="http://schemas.microsoft.com/office/drawing/2014/main" id="{B85442F5-30EF-FBB6-1E36-5DC16B93722C}"/>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bg1"/>
            </a:solidFill>
            <a:ln w="610" cap="flat">
              <a:noFill/>
              <a:prstDash val="solid"/>
              <a:miter/>
            </a:ln>
          </p:spPr>
          <p:txBody>
            <a:bodyPr rtlCol="0" anchor="ctr"/>
            <a:lstStyle/>
            <a:p>
              <a:endParaRPr lang="en-US">
                <a:solidFill>
                  <a:schemeClr val="bg1"/>
                </a:solidFill>
              </a:endParaRPr>
            </a:p>
          </p:txBody>
        </p:sp>
      </p:grpSp>
      <p:cxnSp>
        <p:nvCxnSpPr>
          <p:cNvPr id="6" name="Straight Connector 5">
            <a:extLst>
              <a:ext uri="{FF2B5EF4-FFF2-40B4-BE49-F238E27FC236}">
                <a16:creationId xmlns:a16="http://schemas.microsoft.com/office/drawing/2014/main" id="{1FB85528-A2AE-0D0A-C420-26F74D4290D5}"/>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solidFill>
              <a:schemeClr val="bg1"/>
            </a:soli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8801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with Picture">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C2F46A82-71BF-F4CF-0CCA-F8EDE46E1207}"/>
              </a:ext>
            </a:extLst>
          </p:cNvPr>
          <p:cNvSpPr>
            <a:spLocks noGrp="1"/>
          </p:cNvSpPr>
          <p:nvPr>
            <p:ph type="title" hasCustomPrompt="1"/>
          </p:nvPr>
        </p:nvSpPr>
        <p:spPr>
          <a:xfrm>
            <a:off x="5665891" y="685800"/>
            <a:ext cx="5910407" cy="1752599"/>
          </a:xfrm>
        </p:spPr>
        <p:txBody>
          <a:bodyPr anchor="b">
            <a:normAutofit/>
          </a:bodyPr>
          <a:lstStyle>
            <a:lvl1pPr>
              <a:defRPr sz="6000">
                <a:solidFill>
                  <a:schemeClr val="tx2"/>
                </a:solidFill>
              </a:defRPr>
            </a:lvl1pPr>
          </a:lstStyle>
          <a:p>
            <a:r>
              <a:rPr lang="en-US"/>
              <a:t>Agenda</a:t>
            </a:r>
          </a:p>
        </p:txBody>
      </p:sp>
      <p:sp>
        <p:nvSpPr>
          <p:cNvPr id="17" name="Slide Number Placeholder 4">
            <a:extLst>
              <a:ext uri="{FF2B5EF4-FFF2-40B4-BE49-F238E27FC236}">
                <a16:creationId xmlns:a16="http://schemas.microsoft.com/office/drawing/2014/main" id="{D3A244C5-BA25-AD67-DEC7-8DAF5E5F371C}"/>
              </a:ext>
            </a:extLst>
          </p:cNvPr>
          <p:cNvSpPr>
            <a:spLocks noGrp="1"/>
          </p:cNvSpPr>
          <p:nvPr>
            <p:ph type="sldNum" sz="quarter" idx="12"/>
          </p:nvPr>
        </p:nvSpPr>
        <p:spPr>
          <a:xfrm>
            <a:off x="533400" y="685801"/>
            <a:ext cx="609600" cy="365125"/>
          </a:xfrm>
        </p:spPr>
        <p:txBody>
          <a:bodyPr/>
          <a:lstStyle>
            <a:lvl1pPr>
              <a:defRPr>
                <a:solidFill>
                  <a:schemeClr val="accent2"/>
                </a:solidFill>
              </a:defRPr>
            </a:lvl1pPr>
          </a:lstStyle>
          <a:p>
            <a:fld id="{AEAA3239-9EA4-4A65-A281-97F994456D9F}" type="slidenum">
              <a:rPr lang="en-US" smtClean="0"/>
              <a:pPr/>
              <a:t>‹#›</a:t>
            </a:fld>
            <a:endParaRPr lang="en-US"/>
          </a:p>
        </p:txBody>
      </p:sp>
      <p:sp>
        <p:nvSpPr>
          <p:cNvPr id="43" name="Picture Placeholder 18">
            <a:extLst>
              <a:ext uri="{FF2B5EF4-FFF2-40B4-BE49-F238E27FC236}">
                <a16:creationId xmlns:a16="http://schemas.microsoft.com/office/drawing/2014/main" id="{BBFDCB4D-0EA1-434E-D480-6780571836EE}"/>
              </a:ext>
            </a:extLst>
          </p:cNvPr>
          <p:cNvSpPr>
            <a:spLocks noGrp="1"/>
          </p:cNvSpPr>
          <p:nvPr>
            <p:ph type="pic" sz="quarter" idx="14" hasCustomPrompt="1"/>
          </p:nvPr>
        </p:nvSpPr>
        <p:spPr>
          <a:xfrm>
            <a:off x="1316427" y="1655065"/>
            <a:ext cx="3649273" cy="3649272"/>
          </a:xfrm>
          <a:custGeom>
            <a:avLst/>
            <a:gdLst>
              <a:gd name="connsiteX0" fmla="*/ 1853986 w 3707972"/>
              <a:gd name="connsiteY0" fmla="*/ 0 h 3707971"/>
              <a:gd name="connsiteX1" fmla="*/ 3707972 w 3707972"/>
              <a:gd name="connsiteY1" fmla="*/ 1853986 h 3707971"/>
              <a:gd name="connsiteX2" fmla="*/ 2043545 w 3707972"/>
              <a:gd name="connsiteY2" fmla="*/ 3698400 h 3707971"/>
              <a:gd name="connsiteX3" fmla="*/ 1854006 w 3707972"/>
              <a:gd name="connsiteY3" fmla="*/ 3707971 h 3707971"/>
              <a:gd name="connsiteX4" fmla="*/ 1853966 w 3707972"/>
              <a:gd name="connsiteY4" fmla="*/ 3707971 h 3707971"/>
              <a:gd name="connsiteX5" fmla="*/ 1664427 w 3707972"/>
              <a:gd name="connsiteY5" fmla="*/ 3698400 h 3707971"/>
              <a:gd name="connsiteX6" fmla="*/ 0 w 3707972"/>
              <a:gd name="connsiteY6" fmla="*/ 1853986 h 3707971"/>
              <a:gd name="connsiteX7" fmla="*/ 1853986 w 3707972"/>
              <a:gd name="connsiteY7" fmla="*/ 0 h 370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707972" h="3707971">
                <a:moveTo>
                  <a:pt x="1853986" y="0"/>
                </a:moveTo>
                <a:cubicBezTo>
                  <a:pt x="2877914" y="0"/>
                  <a:pt x="3707972" y="830058"/>
                  <a:pt x="3707972" y="1853986"/>
                </a:cubicBezTo>
                <a:cubicBezTo>
                  <a:pt x="3707972" y="2813919"/>
                  <a:pt x="2978429" y="3603458"/>
                  <a:pt x="2043545" y="3698400"/>
                </a:cubicBezTo>
                <a:lnTo>
                  <a:pt x="1854006" y="3707971"/>
                </a:lnTo>
                <a:lnTo>
                  <a:pt x="1853966" y="3707971"/>
                </a:lnTo>
                <a:lnTo>
                  <a:pt x="1664427" y="3698400"/>
                </a:lnTo>
                <a:cubicBezTo>
                  <a:pt x="729543" y="3603458"/>
                  <a:pt x="0" y="2813919"/>
                  <a:pt x="0" y="1853986"/>
                </a:cubicBezTo>
                <a:cubicBezTo>
                  <a:pt x="0" y="830058"/>
                  <a:pt x="830058" y="0"/>
                  <a:pt x="1853986" y="0"/>
                </a:cubicBezTo>
                <a:close/>
              </a:path>
            </a:pathLst>
          </a:custGeom>
          <a:blipFill>
            <a:blip r:embed="rId2">
              <a:alphaModFix amt="60000"/>
            </a:blip>
            <a:stretch>
              <a:fillRect/>
            </a:stretch>
          </a:blipFill>
        </p:spPr>
        <p:txBody>
          <a:bodyPr wrap="square" tIns="914400" anchor="t">
            <a:noAutofit/>
          </a:bodyPr>
          <a:lstStyle>
            <a:lvl1pPr algn="ctr">
              <a:buNone/>
              <a:defRPr sz="1600" b="0" i="0">
                <a:solidFill>
                  <a:schemeClr val="tx1"/>
                </a:solidFill>
                <a:latin typeface="+mn-lt"/>
              </a:defRPr>
            </a:lvl1pPr>
          </a:lstStyle>
          <a:p>
            <a:r>
              <a:rPr lang="en-US"/>
              <a:t>  </a:t>
            </a:r>
          </a:p>
        </p:txBody>
      </p:sp>
      <p:sp>
        <p:nvSpPr>
          <p:cNvPr id="21" name="Content Placeholder 6">
            <a:extLst>
              <a:ext uri="{FF2B5EF4-FFF2-40B4-BE49-F238E27FC236}">
                <a16:creationId xmlns:a16="http://schemas.microsoft.com/office/drawing/2014/main" id="{C3E55B71-84F9-223B-46EC-202E6DCC1E5C}"/>
              </a:ext>
            </a:extLst>
          </p:cNvPr>
          <p:cNvSpPr>
            <a:spLocks noGrp="1"/>
          </p:cNvSpPr>
          <p:nvPr>
            <p:ph sz="quarter" idx="15"/>
          </p:nvPr>
        </p:nvSpPr>
        <p:spPr>
          <a:xfrm>
            <a:off x="5668946" y="2971800"/>
            <a:ext cx="5910417" cy="3200399"/>
          </a:xfrm>
        </p:spPr>
        <p:txBody>
          <a:bodyPr>
            <a:normAutofit/>
          </a:bodyPr>
          <a:lstStyle>
            <a:lvl1pPr marL="457200" indent="-457200">
              <a:buFont typeface="+mj-lt"/>
              <a:buAutoNum type="arabicPeriod"/>
              <a:defRPr sz="1800">
                <a:solidFill>
                  <a:schemeClr val="tx2"/>
                </a:solidFill>
              </a:defRPr>
            </a:lvl1pPr>
            <a:lvl2pPr marL="685800" indent="-457200">
              <a:buFont typeface="+mj-lt"/>
              <a:buAutoNum type="arabicPeriod"/>
              <a:defRPr sz="1600">
                <a:solidFill>
                  <a:schemeClr val="tx2"/>
                </a:solidFill>
              </a:defRPr>
            </a:lvl2pPr>
            <a:lvl3pPr marL="800100" indent="-342900">
              <a:buFont typeface="+mj-lt"/>
              <a:buAutoNum type="arabicPeriod"/>
              <a:defRPr sz="1400">
                <a:solidFill>
                  <a:schemeClr val="tx2"/>
                </a:solidFill>
              </a:defRPr>
            </a:lvl3pPr>
            <a:lvl4pPr marL="1028700" indent="-342900">
              <a:buFont typeface="+mj-lt"/>
              <a:buAutoNum type="arabicPeriod"/>
              <a:defRPr sz="1400">
                <a:solidFill>
                  <a:schemeClr val="tx2"/>
                </a:solidFill>
              </a:defRPr>
            </a:lvl4pPr>
            <a:lvl5pPr marL="1257300" indent="-342900">
              <a:buFont typeface="+mj-lt"/>
              <a:buAutoNum type="arabicPeriod"/>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5665892" y="6343955"/>
            <a:ext cx="2985400" cy="365125"/>
          </a:xfrm>
        </p:spPr>
        <p:txBody>
          <a:body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10023190" y="6343955"/>
            <a:ext cx="1553108" cy="365125"/>
          </a:xfrm>
        </p:spPr>
        <p:txBody>
          <a:bodyPr/>
          <a:lstStyle/>
          <a:p>
            <a:fld id="{68A32F6A-E7E2-4607-B207-B787B539B854}" type="datetime1">
              <a:rPr lang="en-US" smtClean="0"/>
              <a:t>12/4/25</a:t>
            </a:fld>
            <a:endParaRPr lang="en-US"/>
          </a:p>
        </p:txBody>
      </p:sp>
      <p:grpSp>
        <p:nvGrpSpPr>
          <p:cNvPr id="44" name="Group 43">
            <a:extLst>
              <a:ext uri="{FF2B5EF4-FFF2-40B4-BE49-F238E27FC236}">
                <a16:creationId xmlns:a16="http://schemas.microsoft.com/office/drawing/2014/main" id="{44AEE93E-8CED-5237-25BD-6A37575E9105}"/>
              </a:ext>
            </a:extLst>
          </p:cNvPr>
          <p:cNvGrpSpPr/>
          <p:nvPr userDrawn="1"/>
        </p:nvGrpSpPr>
        <p:grpSpPr>
          <a:xfrm flipH="1">
            <a:off x="1308100" y="1691849"/>
            <a:ext cx="3202310" cy="3570866"/>
            <a:chOff x="8176980" y="837879"/>
            <a:chExt cx="3253820" cy="3628304"/>
          </a:xfrm>
        </p:grpSpPr>
        <p:sp>
          <p:nvSpPr>
            <p:cNvPr id="45" name="Graphic 12">
              <a:extLst>
                <a:ext uri="{FF2B5EF4-FFF2-40B4-BE49-F238E27FC236}">
                  <a16:creationId xmlns:a16="http://schemas.microsoft.com/office/drawing/2014/main" id="{E434A56F-49B4-88EC-6F0D-F0B7876DA5F1}"/>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46" name="Graphic 13">
              <a:extLst>
                <a:ext uri="{FF2B5EF4-FFF2-40B4-BE49-F238E27FC236}">
                  <a16:creationId xmlns:a16="http://schemas.microsoft.com/office/drawing/2014/main" id="{1E87D2CA-3265-27F0-1765-34F885750152}"/>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47" name="Graphic 15">
              <a:extLst>
                <a:ext uri="{FF2B5EF4-FFF2-40B4-BE49-F238E27FC236}">
                  <a16:creationId xmlns:a16="http://schemas.microsoft.com/office/drawing/2014/main" id="{38A959F0-9AA6-E2C2-DBE3-1F0F5649C822}"/>
                </a:ext>
                <a:ext uri="{C183D7F6-B498-43B3-948B-1728B52AA6E4}">
                  <adec:decorative xmlns:adec="http://schemas.microsoft.com/office/drawing/2017/decorative" val="1"/>
                </a:ext>
              </a:extLst>
            </p:cNvPr>
            <p:cNvSpPr/>
            <p:nvPr userDrawn="1"/>
          </p:nvSpPr>
          <p:spPr>
            <a:xfrm>
              <a:off x="8176980" y="4338469"/>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cxnSp>
        <p:nvCxnSpPr>
          <p:cNvPr id="2" name="Straight Connector 1">
            <a:extLst>
              <a:ext uri="{FF2B5EF4-FFF2-40B4-BE49-F238E27FC236}">
                <a16:creationId xmlns:a16="http://schemas.microsoft.com/office/drawing/2014/main" id="{F41F9AE9-4D1B-F10A-6C35-328127A91F36}"/>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575858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87F8542-2E37-60E4-B73F-B9F05372BF63}"/>
              </a:ext>
            </a:extLst>
          </p:cNvPr>
          <p:cNvSpPr>
            <a:spLocks noGrp="1"/>
          </p:cNvSpPr>
          <p:nvPr>
            <p:ph type="title"/>
          </p:nvPr>
        </p:nvSpPr>
        <p:spPr>
          <a:xfrm>
            <a:off x="1527048" y="685800"/>
            <a:ext cx="9052560" cy="1508760"/>
          </a:xfrm>
        </p:spPr>
        <p:txBody>
          <a:bodyPr/>
          <a:lstStyle/>
          <a:p>
            <a:r>
              <a:rPr lang="en-US"/>
              <a:t>Click to edit Master title style</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16" name="Content Placeholder 15">
            <a:extLst>
              <a:ext uri="{FF2B5EF4-FFF2-40B4-BE49-F238E27FC236}">
                <a16:creationId xmlns:a16="http://schemas.microsoft.com/office/drawing/2014/main" id="{96D523BE-BDE0-144E-0534-0A316EF9F17A}"/>
              </a:ext>
            </a:extLst>
          </p:cNvPr>
          <p:cNvSpPr>
            <a:spLocks noGrp="1"/>
          </p:cNvSpPr>
          <p:nvPr>
            <p:ph sz="quarter" idx="14"/>
          </p:nvPr>
        </p:nvSpPr>
        <p:spPr>
          <a:xfrm>
            <a:off x="1523999" y="2286000"/>
            <a:ext cx="4572001" cy="2286000"/>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67FC12-63BB-4A63-9424-BFBF8E1D71D9}" type="datetime1">
              <a:rPr lang="en-US" smtClean="0"/>
              <a:t>12/4/25</a:t>
            </a:fld>
            <a:endParaRPr lang="en-US"/>
          </a:p>
        </p:txBody>
      </p:sp>
      <p:grpSp>
        <p:nvGrpSpPr>
          <p:cNvPr id="12" name="Group 11">
            <a:extLst>
              <a:ext uri="{FF2B5EF4-FFF2-40B4-BE49-F238E27FC236}">
                <a16:creationId xmlns:a16="http://schemas.microsoft.com/office/drawing/2014/main" id="{5FF6FE41-900C-A8D7-8F77-B88E87FF7CD7}"/>
              </a:ext>
            </a:extLst>
          </p:cNvPr>
          <p:cNvGrpSpPr/>
          <p:nvPr userDrawn="1"/>
        </p:nvGrpSpPr>
        <p:grpSpPr>
          <a:xfrm>
            <a:off x="11078040" y="685800"/>
            <a:ext cx="504370" cy="544340"/>
            <a:chOff x="10917026" y="837879"/>
            <a:chExt cx="513774" cy="554490"/>
          </a:xfrm>
        </p:grpSpPr>
        <p:sp>
          <p:nvSpPr>
            <p:cNvPr id="13" name="Graphic 12">
              <a:extLst>
                <a:ext uri="{FF2B5EF4-FFF2-40B4-BE49-F238E27FC236}">
                  <a16:creationId xmlns:a16="http://schemas.microsoft.com/office/drawing/2014/main" id="{A7798043-2DD6-F9A7-DDF8-A24FEEDF899C}"/>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4" name="Graphic 13">
              <a:extLst>
                <a:ext uri="{FF2B5EF4-FFF2-40B4-BE49-F238E27FC236}">
                  <a16:creationId xmlns:a16="http://schemas.microsoft.com/office/drawing/2014/main" id="{40DF0F9E-37B7-8D89-04C9-5834AB4AD3B9}"/>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5" name="Graphic 15">
              <a:extLst>
                <a:ext uri="{FF2B5EF4-FFF2-40B4-BE49-F238E27FC236}">
                  <a16:creationId xmlns:a16="http://schemas.microsoft.com/office/drawing/2014/main" id="{3646AA31-DEAD-4A4C-2815-3C7DC1F17DA0}"/>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cxnSp>
        <p:nvCxnSpPr>
          <p:cNvPr id="7" name="Straight Connector 6">
            <a:extLst>
              <a:ext uri="{FF2B5EF4-FFF2-40B4-BE49-F238E27FC236}">
                <a16:creationId xmlns:a16="http://schemas.microsoft.com/office/drawing/2014/main" id="{681BFE2C-8931-A7FD-ED4C-5C609A09005C}"/>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998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523999" y="685800"/>
            <a:ext cx="9052560" cy="1508760"/>
          </a:xfrm>
        </p:spPr>
        <p:txBody>
          <a:bodyPr anchor="b" anchorCtr="0">
            <a:noAutofit/>
          </a:bodyPr>
          <a:lstStyle>
            <a:lvl1pPr>
              <a:defRPr sz="4000"/>
            </a:lvl1pPr>
          </a:lstStyle>
          <a:p>
            <a:r>
              <a:rPr lang="en-US"/>
              <a:t>Click to edit Master title style</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1523998" y="2286000"/>
            <a:ext cx="6035040" cy="292608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BAA7FA5-AD20-4A92-9D35-3CC6CFA49E64}" type="datetime1">
              <a:rPr lang="en-US" smtClean="0"/>
              <a:t>12/4/25</a:t>
            </a:fld>
            <a:endParaRPr lang="en-US"/>
          </a:p>
        </p:txBody>
      </p:sp>
      <p:grpSp>
        <p:nvGrpSpPr>
          <p:cNvPr id="16" name="Group 15">
            <a:extLst>
              <a:ext uri="{FF2B5EF4-FFF2-40B4-BE49-F238E27FC236}">
                <a16:creationId xmlns:a16="http://schemas.microsoft.com/office/drawing/2014/main" id="{0323216B-D119-CA7E-58DF-7F7325E519AA}"/>
              </a:ext>
            </a:extLst>
          </p:cNvPr>
          <p:cNvGrpSpPr/>
          <p:nvPr userDrawn="1"/>
        </p:nvGrpSpPr>
        <p:grpSpPr>
          <a:xfrm>
            <a:off x="11078040" y="685800"/>
            <a:ext cx="504370" cy="544340"/>
            <a:chOff x="10917026" y="837879"/>
            <a:chExt cx="513774" cy="554490"/>
          </a:xfrm>
        </p:grpSpPr>
        <p:sp>
          <p:nvSpPr>
            <p:cNvPr id="17" name="Graphic 12">
              <a:extLst>
                <a:ext uri="{FF2B5EF4-FFF2-40B4-BE49-F238E27FC236}">
                  <a16:creationId xmlns:a16="http://schemas.microsoft.com/office/drawing/2014/main" id="{AC903912-3AB9-1BE3-1831-92CEC75612C5}"/>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8" name="Graphic 13">
              <a:extLst>
                <a:ext uri="{FF2B5EF4-FFF2-40B4-BE49-F238E27FC236}">
                  <a16:creationId xmlns:a16="http://schemas.microsoft.com/office/drawing/2014/main" id="{51476F24-2832-A972-88A0-593ADC9F3376}"/>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9" name="Graphic 15">
              <a:extLst>
                <a:ext uri="{FF2B5EF4-FFF2-40B4-BE49-F238E27FC236}">
                  <a16:creationId xmlns:a16="http://schemas.microsoft.com/office/drawing/2014/main" id="{BE86153E-3E2A-4A98-DAC8-73A6D5582104}"/>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cxnSp>
        <p:nvCxnSpPr>
          <p:cNvPr id="7" name="Straight Connector 6">
            <a:extLst>
              <a:ext uri="{FF2B5EF4-FFF2-40B4-BE49-F238E27FC236}">
                <a16:creationId xmlns:a16="http://schemas.microsoft.com/office/drawing/2014/main" id="{4EA00EEB-72CD-3573-B5DB-FE83CFF509DD}"/>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03557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524002" y="685800"/>
            <a:ext cx="9052560" cy="1508760"/>
          </a:xfrm>
        </p:spPr>
        <p:txBody>
          <a:bodyPr anchor="b" anchorCtr="0">
            <a:noAutofit/>
          </a:bodyPr>
          <a:lstStyle>
            <a:lvl1pPr>
              <a:defRPr sz="4000"/>
            </a:lvl1pPr>
          </a:lstStyle>
          <a:p>
            <a:r>
              <a:rPr lang="en-US"/>
              <a:t>Click to edit Master title style</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9" name="Content Placeholder 7">
            <a:extLst>
              <a:ext uri="{FF2B5EF4-FFF2-40B4-BE49-F238E27FC236}">
                <a16:creationId xmlns:a16="http://schemas.microsoft.com/office/drawing/2014/main" id="{BE7670AD-1080-B1DD-DE49-930AF9336CA0}"/>
              </a:ext>
            </a:extLst>
          </p:cNvPr>
          <p:cNvSpPr>
            <a:spLocks noGrp="1"/>
          </p:cNvSpPr>
          <p:nvPr>
            <p:ph sz="quarter" idx="14"/>
          </p:nvPr>
        </p:nvSpPr>
        <p:spPr>
          <a:xfrm>
            <a:off x="1524002" y="2286000"/>
            <a:ext cx="6934201" cy="329184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02AB700-8552-46A0-B700-5DA0068ADBFC}" type="datetime1">
              <a:rPr lang="en-US" smtClean="0"/>
              <a:t>12/4/25</a:t>
            </a:fld>
            <a:endParaRPr lang="en-US"/>
          </a:p>
        </p:txBody>
      </p:sp>
      <p:grpSp>
        <p:nvGrpSpPr>
          <p:cNvPr id="17" name="Group 16">
            <a:extLst>
              <a:ext uri="{FF2B5EF4-FFF2-40B4-BE49-F238E27FC236}">
                <a16:creationId xmlns:a16="http://schemas.microsoft.com/office/drawing/2014/main" id="{DEF4BE0B-AE0F-F425-DC6B-863C2E94D104}"/>
              </a:ext>
            </a:extLst>
          </p:cNvPr>
          <p:cNvGrpSpPr/>
          <p:nvPr userDrawn="1"/>
        </p:nvGrpSpPr>
        <p:grpSpPr>
          <a:xfrm>
            <a:off x="11078040" y="685800"/>
            <a:ext cx="504370" cy="544340"/>
            <a:chOff x="10917026" y="837879"/>
            <a:chExt cx="513774" cy="554490"/>
          </a:xfrm>
        </p:grpSpPr>
        <p:sp>
          <p:nvSpPr>
            <p:cNvPr id="18" name="Graphic 12">
              <a:extLst>
                <a:ext uri="{FF2B5EF4-FFF2-40B4-BE49-F238E27FC236}">
                  <a16:creationId xmlns:a16="http://schemas.microsoft.com/office/drawing/2014/main" id="{4F59D1C4-D5A8-3205-D6E0-BE13582B6AE6}"/>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9" name="Graphic 13">
              <a:extLst>
                <a:ext uri="{FF2B5EF4-FFF2-40B4-BE49-F238E27FC236}">
                  <a16:creationId xmlns:a16="http://schemas.microsoft.com/office/drawing/2014/main" id="{C94E27BE-456F-4421-67D9-CBFB09F0F141}"/>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20" name="Graphic 15">
              <a:extLst>
                <a:ext uri="{FF2B5EF4-FFF2-40B4-BE49-F238E27FC236}">
                  <a16:creationId xmlns:a16="http://schemas.microsoft.com/office/drawing/2014/main" id="{CEB12E88-EDC2-9632-B876-CBE4EBADB69E}"/>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cxnSp>
        <p:nvCxnSpPr>
          <p:cNvPr id="3" name="Straight Connector 2">
            <a:extLst>
              <a:ext uri="{FF2B5EF4-FFF2-40B4-BE49-F238E27FC236}">
                <a16:creationId xmlns:a16="http://schemas.microsoft.com/office/drawing/2014/main" id="{EB5C5802-D648-9113-0EEF-985EAA7F7F73}"/>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93123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21672C7-A17C-A024-9EB7-E09DE65A204E}"/>
              </a:ext>
            </a:extLst>
          </p:cNvPr>
          <p:cNvSpPr>
            <a:spLocks noGrp="1"/>
          </p:cNvSpPr>
          <p:nvPr>
            <p:ph type="title"/>
          </p:nvPr>
        </p:nvSpPr>
        <p:spPr>
          <a:xfrm>
            <a:off x="1524000" y="685800"/>
            <a:ext cx="9052560" cy="1508760"/>
          </a:xfrm>
        </p:spPr>
        <p:txBody>
          <a:bodyPr anchor="b" anchorCtr="0">
            <a:noAutofit/>
          </a:bodyPr>
          <a:lstStyle>
            <a:lvl1pPr>
              <a:defRPr sz="4000"/>
            </a:lvl1pPr>
          </a:lstStyle>
          <a:p>
            <a:r>
              <a:rPr lang="en-US"/>
              <a:t>Click to edit Master title style</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7" name="Content Placeholder 7">
            <a:extLst>
              <a:ext uri="{FF2B5EF4-FFF2-40B4-BE49-F238E27FC236}">
                <a16:creationId xmlns:a16="http://schemas.microsoft.com/office/drawing/2014/main" id="{50AC8C5D-A77C-17F7-AF84-8B92D28482C4}"/>
              </a:ext>
            </a:extLst>
          </p:cNvPr>
          <p:cNvSpPr>
            <a:spLocks noGrp="1"/>
          </p:cNvSpPr>
          <p:nvPr>
            <p:ph sz="quarter" idx="14"/>
          </p:nvPr>
        </p:nvSpPr>
        <p:spPr>
          <a:xfrm>
            <a:off x="1524000" y="2286000"/>
            <a:ext cx="8412480" cy="402336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892AD61-D199-4B74-B80B-2001400510FA}" type="datetime1">
              <a:rPr lang="en-US" smtClean="0"/>
              <a:t>12/4/25</a:t>
            </a:fld>
            <a:endParaRPr lang="en-US"/>
          </a:p>
        </p:txBody>
      </p:sp>
      <p:cxnSp>
        <p:nvCxnSpPr>
          <p:cNvPr id="2" name="Straight Connector 1">
            <a:extLst>
              <a:ext uri="{FF2B5EF4-FFF2-40B4-BE49-F238E27FC236}">
                <a16:creationId xmlns:a16="http://schemas.microsoft.com/office/drawing/2014/main" id="{97E214D7-F48E-8238-4C22-A98E55E66332}"/>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D4E954D1-13F2-EF63-F03D-F46F1AEA3DC7}"/>
              </a:ext>
            </a:extLst>
          </p:cNvPr>
          <p:cNvGrpSpPr/>
          <p:nvPr userDrawn="1"/>
        </p:nvGrpSpPr>
        <p:grpSpPr>
          <a:xfrm>
            <a:off x="11078040" y="685800"/>
            <a:ext cx="504370" cy="544340"/>
            <a:chOff x="10917026" y="837879"/>
            <a:chExt cx="513774" cy="554490"/>
          </a:xfrm>
        </p:grpSpPr>
        <p:sp>
          <p:nvSpPr>
            <p:cNvPr id="8" name="Graphic 12">
              <a:extLst>
                <a:ext uri="{FF2B5EF4-FFF2-40B4-BE49-F238E27FC236}">
                  <a16:creationId xmlns:a16="http://schemas.microsoft.com/office/drawing/2014/main" id="{01D8479A-6727-AA09-8398-F37C8ABA3AF2}"/>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1" name="Graphic 13">
              <a:extLst>
                <a:ext uri="{FF2B5EF4-FFF2-40B4-BE49-F238E27FC236}">
                  <a16:creationId xmlns:a16="http://schemas.microsoft.com/office/drawing/2014/main" id="{1FFFF7E5-5ED3-C624-8716-91363898789A}"/>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2" name="Graphic 15">
              <a:extLst>
                <a:ext uri="{FF2B5EF4-FFF2-40B4-BE49-F238E27FC236}">
                  <a16:creationId xmlns:a16="http://schemas.microsoft.com/office/drawing/2014/main" id="{0531A9C3-F1A9-08AA-EB86-483737E3191D}"/>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24089597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64D38536-57AB-5EAB-9CE8-9796DAF18277}"/>
              </a:ext>
            </a:extLst>
          </p:cNvPr>
          <p:cNvSpPr>
            <a:spLocks noGrp="1"/>
          </p:cNvSpPr>
          <p:nvPr>
            <p:ph type="title"/>
          </p:nvPr>
        </p:nvSpPr>
        <p:spPr>
          <a:xfrm>
            <a:off x="1524000" y="685800"/>
            <a:ext cx="9052560" cy="1508760"/>
          </a:xfrm>
        </p:spPr>
        <p:txBody>
          <a:bodyPr anchor="b" anchorCtr="0">
            <a:noAutofit/>
          </a:bodyPr>
          <a:lstStyle>
            <a:lvl1pPr>
              <a:defRPr sz="4000"/>
            </a:lvl1pPr>
          </a:lstStyle>
          <a:p>
            <a:r>
              <a:rPr lang="en-US"/>
              <a:t>Click to edit Master title style</a:t>
            </a:r>
          </a:p>
        </p:txBody>
      </p:sp>
      <p:sp>
        <p:nvSpPr>
          <p:cNvPr id="12" name="Slide Number Placeholder 5">
            <a:extLst>
              <a:ext uri="{FF2B5EF4-FFF2-40B4-BE49-F238E27FC236}">
                <a16:creationId xmlns:a16="http://schemas.microsoft.com/office/drawing/2014/main" id="{4F01311B-A9FF-DBDB-A383-A299DC9F589D}"/>
              </a:ext>
            </a:extLst>
          </p:cNvPr>
          <p:cNvSpPr>
            <a:spLocks noGrp="1"/>
          </p:cNvSpPr>
          <p:nvPr>
            <p:ph type="sldNum" sz="quarter" idx="12"/>
          </p:nvPr>
        </p:nvSpPr>
        <p:spPr>
          <a:xfrm>
            <a:off x="533400" y="685801"/>
            <a:ext cx="609600" cy="365125"/>
          </a:xfrm>
        </p:spPr>
        <p:txBody>
          <a:bodyPr/>
          <a:lstStyle/>
          <a:p>
            <a:fld id="{AEAA3239-9EA4-4A65-A281-97F994456D9F}" type="slidenum">
              <a:rPr lang="en-US" smtClean="0"/>
              <a:t>‹#›</a:t>
            </a:fld>
            <a:endParaRPr lang="en-US"/>
          </a:p>
        </p:txBody>
      </p:sp>
      <p:sp>
        <p:nvSpPr>
          <p:cNvPr id="7" name="Content Placeholder 7">
            <a:extLst>
              <a:ext uri="{FF2B5EF4-FFF2-40B4-BE49-F238E27FC236}">
                <a16:creationId xmlns:a16="http://schemas.microsoft.com/office/drawing/2014/main" id="{2160C0A1-5692-F2A8-A18C-A2194E5352A1}"/>
              </a:ext>
            </a:extLst>
          </p:cNvPr>
          <p:cNvSpPr>
            <a:spLocks noGrp="1"/>
          </p:cNvSpPr>
          <p:nvPr>
            <p:ph sz="quarter" idx="14"/>
          </p:nvPr>
        </p:nvSpPr>
        <p:spPr>
          <a:xfrm>
            <a:off x="1523998" y="2286000"/>
            <a:ext cx="10058400" cy="402336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00D9374-B0AF-43C5-90A8-C409C7D54B55}" type="datetime1">
              <a:rPr lang="en-US" smtClean="0"/>
              <a:t>12/4/25</a:t>
            </a:fld>
            <a:endParaRPr lang="en-US"/>
          </a:p>
        </p:txBody>
      </p:sp>
      <p:cxnSp>
        <p:nvCxnSpPr>
          <p:cNvPr id="2" name="Straight Connector 1">
            <a:extLst>
              <a:ext uri="{FF2B5EF4-FFF2-40B4-BE49-F238E27FC236}">
                <a16:creationId xmlns:a16="http://schemas.microsoft.com/office/drawing/2014/main" id="{DDFACEC5-4969-F3A0-4BA7-BFFD0245B46C}"/>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8EFEE51A-85CE-F78B-374B-7079210EAD71}"/>
              </a:ext>
            </a:extLst>
          </p:cNvPr>
          <p:cNvGrpSpPr/>
          <p:nvPr userDrawn="1"/>
        </p:nvGrpSpPr>
        <p:grpSpPr>
          <a:xfrm>
            <a:off x="11078040" y="685800"/>
            <a:ext cx="504370" cy="544340"/>
            <a:chOff x="10917026" y="837879"/>
            <a:chExt cx="513774" cy="554490"/>
          </a:xfrm>
        </p:grpSpPr>
        <p:sp>
          <p:nvSpPr>
            <p:cNvPr id="6" name="Graphic 12">
              <a:extLst>
                <a:ext uri="{FF2B5EF4-FFF2-40B4-BE49-F238E27FC236}">
                  <a16:creationId xmlns:a16="http://schemas.microsoft.com/office/drawing/2014/main" id="{5784CA53-1EF1-D49B-FEC8-50D70D21BE84}"/>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9" name="Graphic 13">
              <a:extLst>
                <a:ext uri="{FF2B5EF4-FFF2-40B4-BE49-F238E27FC236}">
                  <a16:creationId xmlns:a16="http://schemas.microsoft.com/office/drawing/2014/main" id="{1E8C17C1-ABB3-50E1-B4D4-6B8295C03E60}"/>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0" name="Graphic 15">
              <a:extLst>
                <a:ext uri="{FF2B5EF4-FFF2-40B4-BE49-F238E27FC236}">
                  <a16:creationId xmlns:a16="http://schemas.microsoft.com/office/drawing/2014/main" id="{A6E8154A-AE94-5E8C-59A0-4CCC387AF162}"/>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23190947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with Picture">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1DE647DC-5A18-3C36-1F44-304B72FEDC97}"/>
              </a:ext>
            </a:extLst>
          </p:cNvPr>
          <p:cNvSpPr>
            <a:spLocks noGrp="1"/>
          </p:cNvSpPr>
          <p:nvPr>
            <p:ph type="title"/>
          </p:nvPr>
        </p:nvSpPr>
        <p:spPr>
          <a:xfrm>
            <a:off x="4267200" y="731520"/>
            <a:ext cx="6423565" cy="914400"/>
          </a:xfrm>
        </p:spPr>
        <p:txBody>
          <a:bodyPr anchor="b">
            <a:noAutofit/>
          </a:bodyPr>
          <a:lstStyle/>
          <a:p>
            <a:r>
              <a:rPr lang="en-US"/>
              <a:t>Click to edit Master title style</a:t>
            </a:r>
          </a:p>
        </p:txBody>
      </p:sp>
      <p:sp>
        <p:nvSpPr>
          <p:cNvPr id="21" name="Rectangle 20">
            <a:extLst>
              <a:ext uri="{FF2B5EF4-FFF2-40B4-BE49-F238E27FC236}">
                <a16:creationId xmlns:a16="http://schemas.microsoft.com/office/drawing/2014/main" id="{7092F38B-ED2A-2686-73F0-3333166E236A}"/>
              </a:ext>
              <a:ext uri="{C183D7F6-B498-43B3-948B-1728B52AA6E4}">
                <adec:decorative xmlns:adec="http://schemas.microsoft.com/office/drawing/2017/decorative" val="1"/>
              </a:ext>
            </a:extLst>
          </p:cNvPr>
          <p:cNvSpPr/>
          <p:nvPr userDrawn="1"/>
        </p:nvSpPr>
        <p:spPr>
          <a:xfrm>
            <a:off x="0" y="0"/>
            <a:ext cx="3336364"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34">
            <a:extLst>
              <a:ext uri="{FF2B5EF4-FFF2-40B4-BE49-F238E27FC236}">
                <a16:creationId xmlns:a16="http://schemas.microsoft.com/office/drawing/2014/main" id="{5804EC16-79F7-7AA9-8D6F-678723119787}"/>
              </a:ext>
            </a:extLst>
          </p:cNvPr>
          <p:cNvSpPr>
            <a:spLocks noGrp="1"/>
          </p:cNvSpPr>
          <p:nvPr>
            <p:ph type="pic" sz="quarter" idx="18" hasCustomPrompt="1"/>
          </p:nvPr>
        </p:nvSpPr>
        <p:spPr>
          <a:xfrm>
            <a:off x="301752" y="301752"/>
            <a:ext cx="2732860" cy="6254496"/>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16" name="Content Placeholder 7">
            <a:extLst>
              <a:ext uri="{FF2B5EF4-FFF2-40B4-BE49-F238E27FC236}">
                <a16:creationId xmlns:a16="http://schemas.microsoft.com/office/drawing/2014/main" id="{D2B645B5-BDAD-38D3-990B-F959B4B803E1}"/>
              </a:ext>
            </a:extLst>
          </p:cNvPr>
          <p:cNvSpPr>
            <a:spLocks noGrp="1"/>
          </p:cNvSpPr>
          <p:nvPr>
            <p:ph sz="quarter" idx="14"/>
          </p:nvPr>
        </p:nvSpPr>
        <p:spPr>
          <a:xfrm>
            <a:off x="4267200" y="1984248"/>
            <a:ext cx="6415614" cy="3977640"/>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4267200" y="6343955"/>
            <a:ext cx="3364903" cy="365125"/>
          </a:xfrm>
        </p:spPr>
        <p:txBody>
          <a:bodyPr/>
          <a:lstStyle/>
          <a:p>
            <a:r>
              <a:rPr lang="en-US"/>
              <a:t>Sample Footer Text</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8141903" y="6343955"/>
            <a:ext cx="2060808" cy="365125"/>
          </a:xfrm>
        </p:spPr>
        <p:txBody>
          <a:bodyPr/>
          <a:lstStyle/>
          <a:p>
            <a:fld id="{9CBB6888-43ED-4D3A-B8DA-89EF29644561}" type="datetime1">
              <a:rPr lang="en-US" smtClean="0"/>
              <a:t>12/4/25</a:t>
            </a:fld>
            <a:endParaRPr lang="en-US"/>
          </a:p>
        </p:txBody>
      </p:sp>
      <p:sp>
        <p:nvSpPr>
          <p:cNvPr id="27" name="Slide Number Placeholder 11">
            <a:extLst>
              <a:ext uri="{FF2B5EF4-FFF2-40B4-BE49-F238E27FC236}">
                <a16:creationId xmlns:a16="http://schemas.microsoft.com/office/drawing/2014/main" id="{C9ADF389-1DF3-8DF0-2D8C-C2A62758A3F9}"/>
              </a:ext>
            </a:extLst>
          </p:cNvPr>
          <p:cNvSpPr>
            <a:spLocks noGrp="1"/>
          </p:cNvSpPr>
          <p:nvPr>
            <p:ph type="sldNum" sz="quarter" idx="17"/>
          </p:nvPr>
        </p:nvSpPr>
        <p:spPr>
          <a:xfrm>
            <a:off x="10261558" y="6346865"/>
            <a:ext cx="429207" cy="365125"/>
          </a:xfrm>
        </p:spPr>
        <p:txBody>
          <a:bodyPr/>
          <a:lstStyle/>
          <a:p>
            <a:fld id="{AEAA3239-9EA4-4A65-A281-97F994456D9F}" type="slidenum">
              <a:rPr lang="en-US" smtClean="0"/>
              <a:t>‹#›</a:t>
            </a:fld>
            <a:endParaRPr lang="en-US"/>
          </a:p>
        </p:txBody>
      </p:sp>
      <p:grpSp>
        <p:nvGrpSpPr>
          <p:cNvPr id="23" name="Group 22">
            <a:extLst>
              <a:ext uri="{FF2B5EF4-FFF2-40B4-BE49-F238E27FC236}">
                <a16:creationId xmlns:a16="http://schemas.microsoft.com/office/drawing/2014/main" id="{67EE228E-80B4-D191-194D-3720913CD210}"/>
              </a:ext>
            </a:extLst>
          </p:cNvPr>
          <p:cNvGrpSpPr/>
          <p:nvPr userDrawn="1"/>
        </p:nvGrpSpPr>
        <p:grpSpPr>
          <a:xfrm>
            <a:off x="11078040" y="685800"/>
            <a:ext cx="504370" cy="544340"/>
            <a:chOff x="10917026" y="837879"/>
            <a:chExt cx="513774" cy="554490"/>
          </a:xfrm>
        </p:grpSpPr>
        <p:sp>
          <p:nvSpPr>
            <p:cNvPr id="24" name="Graphic 12">
              <a:extLst>
                <a:ext uri="{FF2B5EF4-FFF2-40B4-BE49-F238E27FC236}">
                  <a16:creationId xmlns:a16="http://schemas.microsoft.com/office/drawing/2014/main" id="{5F2878E0-CF71-CE0E-FB49-BC9AB7B750EB}"/>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25" name="Graphic 13">
              <a:extLst>
                <a:ext uri="{FF2B5EF4-FFF2-40B4-BE49-F238E27FC236}">
                  <a16:creationId xmlns:a16="http://schemas.microsoft.com/office/drawing/2014/main" id="{7E87741A-6AB9-C683-3F00-BC74FA8448E5}"/>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26" name="Graphic 15">
              <a:extLst>
                <a:ext uri="{FF2B5EF4-FFF2-40B4-BE49-F238E27FC236}">
                  <a16:creationId xmlns:a16="http://schemas.microsoft.com/office/drawing/2014/main" id="{8A03B7A9-3959-1D93-7871-047824606761}"/>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10183034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with Picture 2">
    <p:spTree>
      <p:nvGrpSpPr>
        <p:cNvPr id="1" name=""/>
        <p:cNvGrpSpPr/>
        <p:nvPr/>
      </p:nvGrpSpPr>
      <p:grpSpPr>
        <a:xfrm>
          <a:off x="0" y="0"/>
          <a:ext cx="0" cy="0"/>
          <a:chOff x="0" y="0"/>
          <a:chExt cx="0" cy="0"/>
        </a:xfrm>
      </p:grpSpPr>
      <p:sp>
        <p:nvSpPr>
          <p:cNvPr id="28" name="Title 1">
            <a:extLst>
              <a:ext uri="{FF2B5EF4-FFF2-40B4-BE49-F238E27FC236}">
                <a16:creationId xmlns:a16="http://schemas.microsoft.com/office/drawing/2014/main" id="{766037FA-C85A-8CB7-2972-6A61D955B79F}"/>
              </a:ext>
            </a:extLst>
          </p:cNvPr>
          <p:cNvSpPr>
            <a:spLocks noGrp="1"/>
          </p:cNvSpPr>
          <p:nvPr>
            <p:ph type="title"/>
          </p:nvPr>
        </p:nvSpPr>
        <p:spPr>
          <a:xfrm>
            <a:off x="731520" y="731520"/>
            <a:ext cx="6423565" cy="914400"/>
          </a:xfrm>
        </p:spPr>
        <p:txBody>
          <a:bodyPr anchor="b">
            <a:noAutofit/>
          </a:body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984248"/>
            <a:ext cx="6415614" cy="3977640"/>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731520" y="6346864"/>
            <a:ext cx="2805405" cy="365125"/>
          </a:xfrm>
        </p:spPr>
        <p:txBody>
          <a:bodyPr/>
          <a:lstStyle/>
          <a:p>
            <a:r>
              <a:rPr lang="en-US"/>
              <a:t>Sample Footer Text</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5874321" y="6346865"/>
            <a:ext cx="1607270" cy="365125"/>
          </a:xfrm>
        </p:spPr>
        <p:txBody>
          <a:bodyPr/>
          <a:lstStyle/>
          <a:p>
            <a:fld id="{27C7479B-2077-4468-85E0-F9294B46DEAE}" type="datetime1">
              <a:rPr lang="en-US" smtClean="0"/>
              <a:t>12/4/25</a:t>
            </a:fld>
            <a:endParaRPr lang="en-US"/>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7518358" y="6346865"/>
            <a:ext cx="429207" cy="365125"/>
          </a:xfrm>
        </p:spPr>
        <p:txBody>
          <a:bodyPr/>
          <a:lstStyle/>
          <a:p>
            <a:fld id="{AEAA3239-9EA4-4A65-A281-97F994456D9F}" type="slidenum">
              <a:rPr lang="en-US" smtClean="0"/>
              <a:t>‹#›</a:t>
            </a:fld>
            <a:endParaRPr lang="en-US"/>
          </a:p>
        </p:txBody>
      </p:sp>
      <p:sp>
        <p:nvSpPr>
          <p:cNvPr id="6" name="Rectangle 5">
            <a:extLst>
              <a:ext uri="{FF2B5EF4-FFF2-40B4-BE49-F238E27FC236}">
                <a16:creationId xmlns:a16="http://schemas.microsoft.com/office/drawing/2014/main" id="{1A40D3F1-5C23-CAD7-8AF9-5C81B4571DBB}"/>
              </a:ext>
              <a:ext uri="{C183D7F6-B498-43B3-948B-1728B52AA6E4}">
                <adec:decorative xmlns:adec="http://schemas.microsoft.com/office/drawing/2017/decorative" val="1"/>
              </a:ext>
            </a:extLst>
          </p:cNvPr>
          <p:cNvSpPr/>
          <p:nvPr userDrawn="1"/>
        </p:nvSpPr>
        <p:spPr>
          <a:xfrm>
            <a:off x="8854014" y="0"/>
            <a:ext cx="3336364"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Picture Placeholder 34">
            <a:extLst>
              <a:ext uri="{FF2B5EF4-FFF2-40B4-BE49-F238E27FC236}">
                <a16:creationId xmlns:a16="http://schemas.microsoft.com/office/drawing/2014/main" id="{9DBD1D3F-F3AD-C978-1458-64CE12AAFFFD}"/>
              </a:ext>
            </a:extLst>
          </p:cNvPr>
          <p:cNvSpPr>
            <a:spLocks noGrp="1"/>
          </p:cNvSpPr>
          <p:nvPr>
            <p:ph type="pic" sz="quarter" idx="18" hasCustomPrompt="1"/>
          </p:nvPr>
        </p:nvSpPr>
        <p:spPr>
          <a:xfrm>
            <a:off x="9155766" y="301752"/>
            <a:ext cx="2732860" cy="6254496"/>
          </a:xfrm>
          <a:blipFill>
            <a:blip r:embed="rId2">
              <a:alphaModFix amt="60000"/>
            </a:blip>
            <a:stretch>
              <a:fillRect/>
            </a:stretch>
          </a:blipFill>
        </p:spPr>
        <p:txBody>
          <a:bodyPr/>
          <a:lstStyle>
            <a:lvl1pPr marL="0" indent="0">
              <a:buNone/>
              <a:defRPr/>
            </a:lvl1pPr>
          </a:lstStyle>
          <a:p>
            <a:r>
              <a:rPr lang="en-US"/>
              <a:t>  </a:t>
            </a:r>
          </a:p>
        </p:txBody>
      </p:sp>
      <p:grpSp>
        <p:nvGrpSpPr>
          <p:cNvPr id="2" name="Group 1">
            <a:extLst>
              <a:ext uri="{FF2B5EF4-FFF2-40B4-BE49-F238E27FC236}">
                <a16:creationId xmlns:a16="http://schemas.microsoft.com/office/drawing/2014/main" id="{A18435CD-97DF-A076-40A5-65229CDC5C1B}"/>
              </a:ext>
            </a:extLst>
          </p:cNvPr>
          <p:cNvGrpSpPr/>
          <p:nvPr userDrawn="1"/>
        </p:nvGrpSpPr>
        <p:grpSpPr>
          <a:xfrm>
            <a:off x="7668411" y="685800"/>
            <a:ext cx="504370" cy="544340"/>
            <a:chOff x="10917026" y="837879"/>
            <a:chExt cx="513774" cy="554490"/>
          </a:xfrm>
        </p:grpSpPr>
        <p:sp>
          <p:nvSpPr>
            <p:cNvPr id="3" name="Graphic 12">
              <a:extLst>
                <a:ext uri="{FF2B5EF4-FFF2-40B4-BE49-F238E27FC236}">
                  <a16:creationId xmlns:a16="http://schemas.microsoft.com/office/drawing/2014/main" id="{48B1A2B4-5074-9C60-9666-49DB6D32B328}"/>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4" name="Graphic 13">
              <a:extLst>
                <a:ext uri="{FF2B5EF4-FFF2-40B4-BE49-F238E27FC236}">
                  <a16:creationId xmlns:a16="http://schemas.microsoft.com/office/drawing/2014/main" id="{1448CBF4-AC51-42E4-C98A-353B48E6515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5" name="Graphic 15">
              <a:extLst>
                <a:ext uri="{FF2B5EF4-FFF2-40B4-BE49-F238E27FC236}">
                  <a16:creationId xmlns:a16="http://schemas.microsoft.com/office/drawing/2014/main" id="{E5BDC04D-82AC-D872-4B92-48EC2791BCB9}"/>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37688094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3">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87A406A-98CC-81E3-A582-DBAE79C8B4D2}"/>
              </a:ext>
            </a:extLst>
          </p:cNvPr>
          <p:cNvGrpSpPr/>
          <p:nvPr userDrawn="1"/>
        </p:nvGrpSpPr>
        <p:grpSpPr>
          <a:xfrm>
            <a:off x="11078040" y="685800"/>
            <a:ext cx="504370" cy="544340"/>
            <a:chOff x="10917026" y="837879"/>
            <a:chExt cx="513774" cy="554490"/>
          </a:xfrm>
        </p:grpSpPr>
        <p:sp>
          <p:nvSpPr>
            <p:cNvPr id="10" name="Graphic 12">
              <a:extLst>
                <a:ext uri="{FF2B5EF4-FFF2-40B4-BE49-F238E27FC236}">
                  <a16:creationId xmlns:a16="http://schemas.microsoft.com/office/drawing/2014/main" id="{1974FA03-6110-90A7-7ACD-CC6BCF088F51}"/>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2" name="Graphic 13">
              <a:extLst>
                <a:ext uri="{FF2B5EF4-FFF2-40B4-BE49-F238E27FC236}">
                  <a16:creationId xmlns:a16="http://schemas.microsoft.com/office/drawing/2014/main" id="{5CA3C8F2-2334-4369-C570-E512D554B200}"/>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3" name="Graphic 15">
              <a:extLst>
                <a:ext uri="{FF2B5EF4-FFF2-40B4-BE49-F238E27FC236}">
                  <a16:creationId xmlns:a16="http://schemas.microsoft.com/office/drawing/2014/main" id="{4E33D598-2942-33DF-4C3C-4E499AE0B0A9}"/>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
        <p:nvSpPr>
          <p:cNvPr id="21" name="Rectangle 20">
            <a:extLst>
              <a:ext uri="{FF2B5EF4-FFF2-40B4-BE49-F238E27FC236}">
                <a16:creationId xmlns:a16="http://schemas.microsoft.com/office/drawing/2014/main" id="{1B0CAAAC-D107-198B-E4CE-8452C06BB112}"/>
              </a:ext>
              <a:ext uri="{C183D7F6-B498-43B3-948B-1728B52AA6E4}">
                <adec:decorative xmlns:adec="http://schemas.microsoft.com/office/drawing/2017/decorative" val="1"/>
              </a:ext>
            </a:extLst>
          </p:cNvPr>
          <p:cNvSpPr/>
          <p:nvPr userDrawn="1"/>
        </p:nvSpPr>
        <p:spPr>
          <a:xfrm>
            <a:off x="0" y="0"/>
            <a:ext cx="2890719"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itle 1">
            <a:extLst>
              <a:ext uri="{FF2B5EF4-FFF2-40B4-BE49-F238E27FC236}">
                <a16:creationId xmlns:a16="http://schemas.microsoft.com/office/drawing/2014/main" id="{18AAE811-FEB8-95DC-B043-E131BEA52FF1}"/>
              </a:ext>
            </a:extLst>
          </p:cNvPr>
          <p:cNvSpPr>
            <a:spLocks noGrp="1"/>
          </p:cNvSpPr>
          <p:nvPr>
            <p:ph type="title"/>
          </p:nvPr>
        </p:nvSpPr>
        <p:spPr>
          <a:xfrm>
            <a:off x="3810000" y="731520"/>
            <a:ext cx="6858000" cy="914400"/>
          </a:xfrm>
        </p:spPr>
        <p:txBody>
          <a:bodyPr anchor="b">
            <a:noAutofit/>
          </a:bodyPr>
          <a:lstStyle/>
          <a:p>
            <a:r>
              <a:rPr lang="en-US"/>
              <a:t>Click to edit Master title style</a:t>
            </a:r>
          </a:p>
        </p:txBody>
      </p:sp>
      <p:sp>
        <p:nvSpPr>
          <p:cNvPr id="22" name="Picture Placeholder 34">
            <a:extLst>
              <a:ext uri="{FF2B5EF4-FFF2-40B4-BE49-F238E27FC236}">
                <a16:creationId xmlns:a16="http://schemas.microsoft.com/office/drawing/2014/main" id="{5F03A7F6-0474-7396-683E-2A53EA6B6F0F}"/>
              </a:ext>
            </a:extLst>
          </p:cNvPr>
          <p:cNvSpPr>
            <a:spLocks noGrp="1"/>
          </p:cNvSpPr>
          <p:nvPr>
            <p:ph type="pic" sz="quarter" idx="18" hasCustomPrompt="1"/>
          </p:nvPr>
        </p:nvSpPr>
        <p:spPr>
          <a:xfrm>
            <a:off x="301753" y="301752"/>
            <a:ext cx="2287214" cy="6254496"/>
          </a:xfrm>
          <a:blipFill>
            <a:blip r:embed="rId2">
              <a:alphaModFix amt="60000"/>
            </a:blip>
            <a:stretch>
              <a:fillRect/>
            </a:stretch>
          </a:blipFill>
        </p:spPr>
        <p:txBody>
          <a:bodyPr/>
          <a:lstStyle>
            <a:lvl1pPr marL="0" indent="0">
              <a:buNone/>
              <a:defRPr/>
            </a:lvl1pPr>
          </a:lstStyle>
          <a:p>
            <a:r>
              <a:rPr lang="en-US"/>
              <a:t>  </a:t>
            </a:r>
          </a:p>
        </p:txBody>
      </p:sp>
      <p:sp>
        <p:nvSpPr>
          <p:cNvPr id="24" name="Content Placeholder 7">
            <a:extLst>
              <a:ext uri="{FF2B5EF4-FFF2-40B4-BE49-F238E27FC236}">
                <a16:creationId xmlns:a16="http://schemas.microsoft.com/office/drawing/2014/main" id="{D9F3B242-0007-0319-DD0E-C53F1CE59074}"/>
              </a:ext>
            </a:extLst>
          </p:cNvPr>
          <p:cNvSpPr>
            <a:spLocks noGrp="1"/>
          </p:cNvSpPr>
          <p:nvPr>
            <p:ph sz="quarter" idx="14"/>
          </p:nvPr>
        </p:nvSpPr>
        <p:spPr>
          <a:xfrm>
            <a:off x="3810000" y="1984248"/>
            <a:ext cx="6858000" cy="430677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Footer Placeholder 8">
            <a:extLst>
              <a:ext uri="{FF2B5EF4-FFF2-40B4-BE49-F238E27FC236}">
                <a16:creationId xmlns:a16="http://schemas.microsoft.com/office/drawing/2014/main" id="{1A075F21-2BDF-AFA6-0060-65B156C83F54}"/>
              </a:ext>
            </a:extLst>
          </p:cNvPr>
          <p:cNvSpPr>
            <a:spLocks noGrp="1"/>
          </p:cNvSpPr>
          <p:nvPr>
            <p:ph type="ftr" sz="quarter" idx="16"/>
          </p:nvPr>
        </p:nvSpPr>
        <p:spPr>
          <a:xfrm>
            <a:off x="3810000" y="6346870"/>
            <a:ext cx="2805405" cy="365125"/>
          </a:xfrm>
        </p:spPr>
        <p:txBody>
          <a:bodyPr/>
          <a:lstStyle/>
          <a:p>
            <a:r>
              <a:rPr lang="en-US"/>
              <a:t>Sample Footer Text</a:t>
            </a:r>
          </a:p>
        </p:txBody>
      </p:sp>
      <p:sp>
        <p:nvSpPr>
          <p:cNvPr id="19" name="Date Placeholder 3">
            <a:extLst>
              <a:ext uri="{FF2B5EF4-FFF2-40B4-BE49-F238E27FC236}">
                <a16:creationId xmlns:a16="http://schemas.microsoft.com/office/drawing/2014/main" id="{A9AE630E-4E41-72F3-9B7D-A501ADBA940D}"/>
              </a:ext>
            </a:extLst>
          </p:cNvPr>
          <p:cNvSpPr>
            <a:spLocks noGrp="1"/>
          </p:cNvSpPr>
          <p:nvPr>
            <p:ph type="dt" sz="half" idx="15"/>
          </p:nvPr>
        </p:nvSpPr>
        <p:spPr>
          <a:xfrm>
            <a:off x="7313206" y="6346870"/>
            <a:ext cx="2925587" cy="365125"/>
          </a:xfrm>
        </p:spPr>
        <p:txBody>
          <a:bodyPr/>
          <a:lstStyle/>
          <a:p>
            <a:fld id="{A7F72289-EB8A-47CA-A283-A769C9E761BF}" type="datetime1">
              <a:rPr lang="en-US" smtClean="0"/>
              <a:t>12/4/25</a:t>
            </a:fld>
            <a:endParaRPr lang="en-US"/>
          </a:p>
        </p:txBody>
      </p:sp>
      <p:sp>
        <p:nvSpPr>
          <p:cNvPr id="20" name="Slide Number Placeholder 9">
            <a:extLst>
              <a:ext uri="{FF2B5EF4-FFF2-40B4-BE49-F238E27FC236}">
                <a16:creationId xmlns:a16="http://schemas.microsoft.com/office/drawing/2014/main" id="{9922FFAC-6879-E94C-4B8D-7DF01B2C59E2}"/>
              </a:ext>
            </a:extLst>
          </p:cNvPr>
          <p:cNvSpPr>
            <a:spLocks noGrp="1"/>
          </p:cNvSpPr>
          <p:nvPr>
            <p:ph type="sldNum" sz="quarter" idx="17"/>
          </p:nvPr>
        </p:nvSpPr>
        <p:spPr>
          <a:xfrm>
            <a:off x="10238793" y="6346870"/>
            <a:ext cx="429207"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41125821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731520"/>
            <a:ext cx="6858000" cy="914400"/>
          </a:xfrm>
        </p:spPr>
        <p:txBody>
          <a:bodyPr anchor="b">
            <a:noAutofit/>
          </a:bodyPr>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984248"/>
            <a:ext cx="6858000" cy="430677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731520" y="6346870"/>
            <a:ext cx="2805405" cy="365125"/>
          </a:xfrm>
        </p:spPr>
        <p:txBody>
          <a:bodyPr/>
          <a:lstStyle/>
          <a:p>
            <a:r>
              <a:rPr lang="en-US"/>
              <a:t>Sample Footer Text</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5027206" y="6346870"/>
            <a:ext cx="2925587" cy="365125"/>
          </a:xfrm>
        </p:spPr>
        <p:txBody>
          <a:bodyPr/>
          <a:lstStyle/>
          <a:p>
            <a:fld id="{A7F72289-EB8A-47CA-A283-A769C9E761BF}" type="datetime1">
              <a:rPr lang="en-US" smtClean="0"/>
              <a:t>12/4/25</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952793" y="6346870"/>
            <a:ext cx="429207" cy="365125"/>
          </a:xfrm>
        </p:spPr>
        <p:txBody>
          <a:bodyPr/>
          <a:lstStyle/>
          <a:p>
            <a:fld id="{AEAA3239-9EA4-4A65-A281-97F994456D9F}" type="slidenum">
              <a:rPr lang="en-US" smtClean="0"/>
              <a:t>‹#›</a:t>
            </a:fld>
            <a:endParaRPr lang="en-US"/>
          </a:p>
        </p:txBody>
      </p:sp>
      <p:sp>
        <p:nvSpPr>
          <p:cNvPr id="3" name="Rectangle 2">
            <a:extLst>
              <a:ext uri="{FF2B5EF4-FFF2-40B4-BE49-F238E27FC236}">
                <a16:creationId xmlns:a16="http://schemas.microsoft.com/office/drawing/2014/main" id="{18997909-0131-A5AB-BDFD-5E97BCADBD6A}"/>
              </a:ext>
              <a:ext uri="{C183D7F6-B498-43B3-948B-1728B52AA6E4}">
                <adec:decorative xmlns:adec="http://schemas.microsoft.com/office/drawing/2017/decorative" val="1"/>
              </a:ext>
            </a:extLst>
          </p:cNvPr>
          <p:cNvSpPr/>
          <p:nvPr userDrawn="1"/>
        </p:nvSpPr>
        <p:spPr>
          <a:xfrm>
            <a:off x="9301280" y="0"/>
            <a:ext cx="2890719"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Picture Placeholder 34">
            <a:extLst>
              <a:ext uri="{FF2B5EF4-FFF2-40B4-BE49-F238E27FC236}">
                <a16:creationId xmlns:a16="http://schemas.microsoft.com/office/drawing/2014/main" id="{DF60756A-385A-6B79-E093-1C3F727234E3}"/>
              </a:ext>
            </a:extLst>
          </p:cNvPr>
          <p:cNvSpPr>
            <a:spLocks noGrp="1"/>
          </p:cNvSpPr>
          <p:nvPr>
            <p:ph type="pic" sz="quarter" idx="18" hasCustomPrompt="1"/>
          </p:nvPr>
        </p:nvSpPr>
        <p:spPr>
          <a:xfrm>
            <a:off x="9603033" y="301752"/>
            <a:ext cx="2287214" cy="6254496"/>
          </a:xfrm>
          <a:blipFill>
            <a:blip r:embed="rId2">
              <a:alphaModFix amt="60000"/>
            </a:blip>
            <a:stretch>
              <a:fillRect/>
            </a:stretch>
          </a:blipFill>
        </p:spPr>
        <p:txBody>
          <a:bodyPr/>
          <a:lstStyle>
            <a:lvl1pPr marL="0" indent="0">
              <a:buNone/>
              <a:defRPr/>
            </a:lvl1pPr>
          </a:lstStyle>
          <a:p>
            <a:r>
              <a:rPr lang="en-US"/>
              <a:t>  </a:t>
            </a:r>
          </a:p>
        </p:txBody>
      </p:sp>
      <p:grpSp>
        <p:nvGrpSpPr>
          <p:cNvPr id="12" name="Group 11">
            <a:extLst>
              <a:ext uri="{FF2B5EF4-FFF2-40B4-BE49-F238E27FC236}">
                <a16:creationId xmlns:a16="http://schemas.microsoft.com/office/drawing/2014/main" id="{C93FBD9B-BB94-CEED-C78F-D16C7C949103}"/>
              </a:ext>
            </a:extLst>
          </p:cNvPr>
          <p:cNvGrpSpPr/>
          <p:nvPr userDrawn="1"/>
        </p:nvGrpSpPr>
        <p:grpSpPr>
          <a:xfrm>
            <a:off x="8116493" y="685800"/>
            <a:ext cx="504370" cy="544340"/>
            <a:chOff x="10917026" y="837879"/>
            <a:chExt cx="513774" cy="554490"/>
          </a:xfrm>
        </p:grpSpPr>
        <p:sp>
          <p:nvSpPr>
            <p:cNvPr id="13" name="Graphic 12">
              <a:extLst>
                <a:ext uri="{FF2B5EF4-FFF2-40B4-BE49-F238E27FC236}">
                  <a16:creationId xmlns:a16="http://schemas.microsoft.com/office/drawing/2014/main" id="{A3EB4539-F175-6B4B-7F0C-0A2944DFF89E}"/>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14" name="Graphic 13">
              <a:extLst>
                <a:ext uri="{FF2B5EF4-FFF2-40B4-BE49-F238E27FC236}">
                  <a16:creationId xmlns:a16="http://schemas.microsoft.com/office/drawing/2014/main" id="{A7B804E8-3A22-78B4-B509-6DD4DBAE8D8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15" name="Graphic 15">
              <a:extLst>
                <a:ext uri="{FF2B5EF4-FFF2-40B4-BE49-F238E27FC236}">
                  <a16:creationId xmlns:a16="http://schemas.microsoft.com/office/drawing/2014/main" id="{17E815E2-F347-3BE2-5C43-A012900BE63C}"/>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126237331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with Picture 5">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364FC88D-D92D-DA20-CF4A-84384D8C2F14}"/>
              </a:ext>
              <a:ext uri="{C183D7F6-B498-43B3-948B-1728B52AA6E4}">
                <adec:decorative xmlns:adec="http://schemas.microsoft.com/office/drawing/2017/decorative" val="1"/>
              </a:ext>
            </a:extLst>
          </p:cNvPr>
          <p:cNvSpPr/>
          <p:nvPr userDrawn="1"/>
        </p:nvSpPr>
        <p:spPr>
          <a:xfrm>
            <a:off x="0" y="0"/>
            <a:ext cx="5276088"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688C643-D0E9-231F-EB37-6774C0A3E8F1}"/>
              </a:ext>
            </a:extLst>
          </p:cNvPr>
          <p:cNvGrpSpPr/>
          <p:nvPr userDrawn="1"/>
        </p:nvGrpSpPr>
        <p:grpSpPr>
          <a:xfrm>
            <a:off x="11078040" y="685800"/>
            <a:ext cx="504370" cy="544340"/>
            <a:chOff x="10917026" y="837879"/>
            <a:chExt cx="513774" cy="554490"/>
          </a:xfrm>
        </p:grpSpPr>
        <p:sp>
          <p:nvSpPr>
            <p:cNvPr id="22" name="Graphic 12">
              <a:extLst>
                <a:ext uri="{FF2B5EF4-FFF2-40B4-BE49-F238E27FC236}">
                  <a16:creationId xmlns:a16="http://schemas.microsoft.com/office/drawing/2014/main" id="{424C36C5-4A7D-CCF3-B51F-D0B88C6E608B}"/>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1"/>
                </a:solidFill>
              </a:endParaRPr>
            </a:p>
          </p:txBody>
        </p:sp>
        <p:sp>
          <p:nvSpPr>
            <p:cNvPr id="23" name="Graphic 13">
              <a:extLst>
                <a:ext uri="{FF2B5EF4-FFF2-40B4-BE49-F238E27FC236}">
                  <a16:creationId xmlns:a16="http://schemas.microsoft.com/office/drawing/2014/main" id="{B0042815-752F-6DD6-53FD-A6E87B6E159E}"/>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1"/>
                </a:solidFill>
              </a:endParaRPr>
            </a:p>
          </p:txBody>
        </p:sp>
        <p:sp>
          <p:nvSpPr>
            <p:cNvPr id="24" name="Graphic 15">
              <a:extLst>
                <a:ext uri="{FF2B5EF4-FFF2-40B4-BE49-F238E27FC236}">
                  <a16:creationId xmlns:a16="http://schemas.microsoft.com/office/drawing/2014/main" id="{CF56F6F2-7303-70CF-6CB5-85427DAC77B2}"/>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1"/>
                </a:solidFill>
              </a:endParaRPr>
            </a:p>
          </p:txBody>
        </p:sp>
      </p:grpSp>
      <p:sp>
        <p:nvSpPr>
          <p:cNvPr id="25" name="Title 1">
            <a:extLst>
              <a:ext uri="{FF2B5EF4-FFF2-40B4-BE49-F238E27FC236}">
                <a16:creationId xmlns:a16="http://schemas.microsoft.com/office/drawing/2014/main" id="{140C24A2-BE01-3A87-C043-931216F0B64C}"/>
              </a:ext>
            </a:extLst>
          </p:cNvPr>
          <p:cNvSpPr>
            <a:spLocks noGrp="1"/>
          </p:cNvSpPr>
          <p:nvPr>
            <p:ph type="title"/>
          </p:nvPr>
        </p:nvSpPr>
        <p:spPr>
          <a:xfrm>
            <a:off x="6190488" y="731520"/>
            <a:ext cx="4663440" cy="1447800"/>
          </a:xfrm>
        </p:spPr>
        <p:txBody>
          <a:bodyPr anchor="b">
            <a:noAutofit/>
          </a:bodyPr>
          <a:lstStyle>
            <a:lvl1pPr>
              <a:defRPr sz="4000"/>
            </a:lvl1pPr>
          </a:lstStyle>
          <a:p>
            <a:r>
              <a:rPr lang="en-US"/>
              <a:t>Click to edit Master title style</a:t>
            </a:r>
          </a:p>
        </p:txBody>
      </p:sp>
      <p:sp>
        <p:nvSpPr>
          <p:cNvPr id="18" name="Picture Placeholder 34">
            <a:extLst>
              <a:ext uri="{FF2B5EF4-FFF2-40B4-BE49-F238E27FC236}">
                <a16:creationId xmlns:a16="http://schemas.microsoft.com/office/drawing/2014/main" id="{BEA2029F-15E2-0FF2-34DE-4EA7F2CAFC38}"/>
              </a:ext>
            </a:extLst>
          </p:cNvPr>
          <p:cNvSpPr>
            <a:spLocks noGrp="1"/>
          </p:cNvSpPr>
          <p:nvPr>
            <p:ph type="pic" sz="quarter" idx="18" hasCustomPrompt="1"/>
          </p:nvPr>
        </p:nvSpPr>
        <p:spPr>
          <a:xfrm>
            <a:off x="301752" y="301752"/>
            <a:ext cx="4672584" cy="6254496"/>
          </a:xfrm>
          <a:blipFill>
            <a:blip r:embed="rId2">
              <a:alphaModFix amt="60000"/>
            </a:blip>
            <a:stretch>
              <a:fillRect/>
            </a:stretch>
          </a:blipFill>
        </p:spPr>
        <p:txBody>
          <a:bodyPr/>
          <a:lstStyle>
            <a:lvl1pPr marL="0" indent="0">
              <a:buNone/>
              <a:defRPr/>
            </a:lvl1pPr>
          </a:lstStyle>
          <a:p>
            <a:r>
              <a:rPr lang="en-US"/>
              <a:t>  </a:t>
            </a:r>
          </a:p>
        </p:txBody>
      </p:sp>
      <p:sp>
        <p:nvSpPr>
          <p:cNvPr id="26" name="Content Placeholder 7">
            <a:extLst>
              <a:ext uri="{FF2B5EF4-FFF2-40B4-BE49-F238E27FC236}">
                <a16:creationId xmlns:a16="http://schemas.microsoft.com/office/drawing/2014/main" id="{7BFBE908-0DFE-6B84-D3F5-F4A5B0AF3EDF}"/>
              </a:ext>
            </a:extLst>
          </p:cNvPr>
          <p:cNvSpPr>
            <a:spLocks noGrp="1"/>
          </p:cNvSpPr>
          <p:nvPr>
            <p:ph sz="quarter" idx="14"/>
          </p:nvPr>
        </p:nvSpPr>
        <p:spPr>
          <a:xfrm>
            <a:off x="6195931" y="2373638"/>
            <a:ext cx="4460528" cy="3798562"/>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90488" y="6343955"/>
            <a:ext cx="2105099" cy="365125"/>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60666" y="6343955"/>
            <a:ext cx="1772029" cy="365125"/>
          </a:xfrm>
        </p:spPr>
        <p:txBody>
          <a:bodyPr/>
          <a:lstStyle>
            <a:lvl1pPr>
              <a:defRPr>
                <a:solidFill>
                  <a:schemeClr val="tx1"/>
                </a:solidFill>
                <a:effectLst/>
              </a:defRPr>
            </a:lvl1pPr>
          </a:lstStyle>
          <a:p>
            <a:fld id="{74049900-C118-46F7-B9EF-5F7C1F0005B2}" type="datetime1">
              <a:rPr lang="en-US" smtClean="0"/>
              <a:t>12/4/25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232695" y="6343955"/>
            <a:ext cx="429207"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04773455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6">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A59BB2C-7590-FBB4-3327-5EC2E6FF4657}"/>
              </a:ext>
              <a:ext uri="{C183D7F6-B498-43B3-948B-1728B52AA6E4}">
                <adec:decorative xmlns:adec="http://schemas.microsoft.com/office/drawing/2017/decorative" val="1"/>
              </a:ext>
            </a:extLst>
          </p:cNvPr>
          <p:cNvSpPr/>
          <p:nvPr userDrawn="1"/>
        </p:nvSpPr>
        <p:spPr>
          <a:xfrm>
            <a:off x="6915912" y="0"/>
            <a:ext cx="5276088"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00F5D989-607B-FB7F-0F99-0E7B26A16824}"/>
              </a:ext>
            </a:extLst>
          </p:cNvPr>
          <p:cNvSpPr>
            <a:spLocks noGrp="1"/>
          </p:cNvSpPr>
          <p:nvPr>
            <p:ph type="title"/>
          </p:nvPr>
        </p:nvSpPr>
        <p:spPr>
          <a:xfrm>
            <a:off x="731520" y="731520"/>
            <a:ext cx="4760540" cy="1463040"/>
          </a:xfrm>
        </p:spPr>
        <p:txBody>
          <a:bodyPr anchor="b">
            <a:noAutofit/>
          </a:bodyPr>
          <a:lstStyle>
            <a:lvl1pPr>
              <a:defRPr sz="4000"/>
            </a:lvl1pPr>
          </a:lstStyle>
          <a:p>
            <a:r>
              <a:rPr lang="en-US"/>
              <a:t>Click to edit Master title style</a:t>
            </a:r>
          </a:p>
        </p:txBody>
      </p:sp>
      <p:sp>
        <p:nvSpPr>
          <p:cNvPr id="13" name="Content Placeholder 7">
            <a:extLst>
              <a:ext uri="{FF2B5EF4-FFF2-40B4-BE49-F238E27FC236}">
                <a16:creationId xmlns:a16="http://schemas.microsoft.com/office/drawing/2014/main" id="{0DDD81C0-07D7-782E-23E7-41B36AC20214}"/>
              </a:ext>
            </a:extLst>
          </p:cNvPr>
          <p:cNvSpPr>
            <a:spLocks noGrp="1"/>
          </p:cNvSpPr>
          <p:nvPr>
            <p:ph sz="quarter" idx="14"/>
          </p:nvPr>
        </p:nvSpPr>
        <p:spPr>
          <a:xfrm>
            <a:off x="731520" y="2373638"/>
            <a:ext cx="4460528" cy="3798562"/>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Footer Placeholder 5">
            <a:extLst>
              <a:ext uri="{FF2B5EF4-FFF2-40B4-BE49-F238E27FC236}">
                <a16:creationId xmlns:a16="http://schemas.microsoft.com/office/drawing/2014/main" id="{CAB313A0-3D14-8B7E-4DCD-7023183E01C3}"/>
              </a:ext>
            </a:extLst>
          </p:cNvPr>
          <p:cNvSpPr>
            <a:spLocks noGrp="1"/>
          </p:cNvSpPr>
          <p:nvPr>
            <p:ph type="ftr" sz="quarter" idx="11"/>
          </p:nvPr>
        </p:nvSpPr>
        <p:spPr>
          <a:xfrm>
            <a:off x="731520" y="6343955"/>
            <a:ext cx="2105099" cy="365125"/>
          </a:xfrm>
        </p:spPr>
        <p:txBody>
          <a:bodyPr/>
          <a:lstStyle/>
          <a:p>
            <a:r>
              <a:rPr lang="en-US"/>
              <a:t>Sample Footer Text</a:t>
            </a:r>
          </a:p>
        </p:txBody>
      </p:sp>
      <p:sp>
        <p:nvSpPr>
          <p:cNvPr id="14" name="Date Placeholder 4">
            <a:extLst>
              <a:ext uri="{FF2B5EF4-FFF2-40B4-BE49-F238E27FC236}">
                <a16:creationId xmlns:a16="http://schemas.microsoft.com/office/drawing/2014/main" id="{ED1993B6-5797-FC08-C430-C673385C562D}"/>
              </a:ext>
            </a:extLst>
          </p:cNvPr>
          <p:cNvSpPr>
            <a:spLocks noGrp="1"/>
          </p:cNvSpPr>
          <p:nvPr>
            <p:ph type="dt" sz="half" idx="10"/>
          </p:nvPr>
        </p:nvSpPr>
        <p:spPr>
          <a:xfrm>
            <a:off x="3794178" y="6343955"/>
            <a:ext cx="1772029" cy="365125"/>
          </a:xfrm>
        </p:spPr>
        <p:txBody>
          <a:bodyPr/>
          <a:lstStyle>
            <a:lvl1pPr>
              <a:defRPr>
                <a:solidFill>
                  <a:schemeClr val="tx1"/>
                </a:solidFill>
                <a:effectLst/>
              </a:defRPr>
            </a:lvl1pPr>
          </a:lstStyle>
          <a:p>
            <a:fld id="{74049900-C118-46F7-B9EF-5F7C1F0005B2}" type="datetime1">
              <a:rPr lang="en-US" smtClean="0"/>
              <a:t>12/4/25</a:t>
            </a:fld>
            <a:endParaRPr lang="en-US"/>
          </a:p>
        </p:txBody>
      </p:sp>
      <p:sp>
        <p:nvSpPr>
          <p:cNvPr id="16" name="Slide Number Placeholder 6">
            <a:extLst>
              <a:ext uri="{FF2B5EF4-FFF2-40B4-BE49-F238E27FC236}">
                <a16:creationId xmlns:a16="http://schemas.microsoft.com/office/drawing/2014/main" id="{DF8C9955-F196-5067-514B-5A38AEFE02E9}"/>
              </a:ext>
            </a:extLst>
          </p:cNvPr>
          <p:cNvSpPr>
            <a:spLocks noGrp="1"/>
          </p:cNvSpPr>
          <p:nvPr>
            <p:ph type="sldNum" sz="quarter" idx="12"/>
          </p:nvPr>
        </p:nvSpPr>
        <p:spPr>
          <a:xfrm>
            <a:off x="5566207" y="6343955"/>
            <a:ext cx="695108" cy="365125"/>
          </a:xfrm>
        </p:spPr>
        <p:txBody>
          <a:bodyPr/>
          <a:lstStyle/>
          <a:p>
            <a:fld id="{AEAA3239-9EA4-4A65-A281-97F994456D9F}" type="slidenum">
              <a:rPr lang="en-US" smtClean="0"/>
              <a:t>‹#›</a:t>
            </a:fld>
            <a:endParaRPr lang="en-US"/>
          </a:p>
        </p:txBody>
      </p:sp>
      <p:sp>
        <p:nvSpPr>
          <p:cNvPr id="10" name="Picture Placeholder 34">
            <a:extLst>
              <a:ext uri="{FF2B5EF4-FFF2-40B4-BE49-F238E27FC236}">
                <a16:creationId xmlns:a16="http://schemas.microsoft.com/office/drawing/2014/main" id="{39BF7065-8AF2-D931-49F8-454004870315}"/>
              </a:ext>
            </a:extLst>
          </p:cNvPr>
          <p:cNvSpPr>
            <a:spLocks noGrp="1"/>
          </p:cNvSpPr>
          <p:nvPr>
            <p:ph type="pic" sz="quarter" idx="18" hasCustomPrompt="1"/>
          </p:nvPr>
        </p:nvSpPr>
        <p:spPr>
          <a:xfrm>
            <a:off x="7217664" y="301752"/>
            <a:ext cx="4672584" cy="6254496"/>
          </a:xfrm>
          <a:blipFill>
            <a:blip r:embed="rId2">
              <a:alphaModFix amt="60000"/>
            </a:blip>
            <a:stretch>
              <a:fillRect/>
            </a:stretch>
          </a:blipFill>
        </p:spPr>
        <p:txBody>
          <a:bodyPr/>
          <a:lstStyle>
            <a:lvl1pPr marL="0" indent="0">
              <a:buNone/>
              <a:defRPr/>
            </a:lvl1pPr>
          </a:lstStyle>
          <a:p>
            <a:r>
              <a:rPr lang="en-US"/>
              <a:t>  </a:t>
            </a:r>
          </a:p>
        </p:txBody>
      </p:sp>
      <p:grpSp>
        <p:nvGrpSpPr>
          <p:cNvPr id="2" name="Group 1">
            <a:extLst>
              <a:ext uri="{FF2B5EF4-FFF2-40B4-BE49-F238E27FC236}">
                <a16:creationId xmlns:a16="http://schemas.microsoft.com/office/drawing/2014/main" id="{96DA45BA-0F8A-4A64-8B62-9586386978BE}"/>
              </a:ext>
            </a:extLst>
          </p:cNvPr>
          <p:cNvGrpSpPr/>
          <p:nvPr userDrawn="1"/>
        </p:nvGrpSpPr>
        <p:grpSpPr>
          <a:xfrm>
            <a:off x="5731125" y="685800"/>
            <a:ext cx="504370" cy="544340"/>
            <a:chOff x="10917026" y="837879"/>
            <a:chExt cx="513774" cy="554490"/>
          </a:xfrm>
        </p:grpSpPr>
        <p:sp>
          <p:nvSpPr>
            <p:cNvPr id="3" name="Graphic 12">
              <a:extLst>
                <a:ext uri="{FF2B5EF4-FFF2-40B4-BE49-F238E27FC236}">
                  <a16:creationId xmlns:a16="http://schemas.microsoft.com/office/drawing/2014/main" id="{37384074-2785-F317-D94C-0A50BF6CF2A1}"/>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4" name="Graphic 13">
              <a:extLst>
                <a:ext uri="{FF2B5EF4-FFF2-40B4-BE49-F238E27FC236}">
                  <a16:creationId xmlns:a16="http://schemas.microsoft.com/office/drawing/2014/main" id="{29AE60DE-4722-9C1D-3B24-48359F2978F9}"/>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5" name="Graphic 15">
              <a:extLst>
                <a:ext uri="{FF2B5EF4-FFF2-40B4-BE49-F238E27FC236}">
                  <a16:creationId xmlns:a16="http://schemas.microsoft.com/office/drawing/2014/main" id="{252AF6E6-C7EE-AC03-2270-108B472CD8A6}"/>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194044004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7">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788E269-88CE-8C16-5FFA-6422CB84D5CA}"/>
              </a:ext>
              <a:ext uri="{C183D7F6-B498-43B3-948B-1728B52AA6E4}">
                <adec:decorative xmlns:adec="http://schemas.microsoft.com/office/drawing/2017/decorative" val="1"/>
              </a:ext>
            </a:extLst>
          </p:cNvPr>
          <p:cNvSpPr/>
          <p:nvPr userDrawn="1"/>
        </p:nvSpPr>
        <p:spPr>
          <a:xfrm>
            <a:off x="-13138" y="1524"/>
            <a:ext cx="6281165"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900E387-922C-953A-843A-B9F023262BD7}"/>
              </a:ext>
            </a:extLst>
          </p:cNvPr>
          <p:cNvSpPr>
            <a:spLocks noGrp="1"/>
          </p:cNvSpPr>
          <p:nvPr>
            <p:ph type="title"/>
          </p:nvPr>
        </p:nvSpPr>
        <p:spPr>
          <a:xfrm>
            <a:off x="7178104" y="731520"/>
            <a:ext cx="3566160" cy="1463040"/>
          </a:xfrm>
        </p:spPr>
        <p:txBody>
          <a:bodyPr anchor="b">
            <a:noAutofit/>
          </a:bodyPr>
          <a:lstStyle>
            <a:lvl1pPr>
              <a:defRPr sz="4000"/>
            </a:lvl1pPr>
          </a:lstStyle>
          <a:p>
            <a:r>
              <a:rPr lang="en-US"/>
              <a:t>Click to edit Master title style</a:t>
            </a:r>
          </a:p>
        </p:txBody>
      </p:sp>
      <p:sp>
        <p:nvSpPr>
          <p:cNvPr id="14" name="Picture Placeholder 19">
            <a:extLst>
              <a:ext uri="{FF2B5EF4-FFF2-40B4-BE49-F238E27FC236}">
                <a16:creationId xmlns:a16="http://schemas.microsoft.com/office/drawing/2014/main" id="{38E1518C-B8DA-5FB3-D59D-3C0852649A63}"/>
              </a:ext>
            </a:extLst>
          </p:cNvPr>
          <p:cNvSpPr>
            <a:spLocks noGrp="1"/>
          </p:cNvSpPr>
          <p:nvPr>
            <p:ph type="pic" sz="quarter" idx="18" hasCustomPrompt="1"/>
          </p:nvPr>
        </p:nvSpPr>
        <p:spPr>
          <a:xfrm>
            <a:off x="288485" y="303276"/>
            <a:ext cx="5677791" cy="6251447"/>
          </a:xfrm>
          <a:blipFill>
            <a:blip r:embed="rId2">
              <a:alphaModFix amt="60000"/>
            </a:blip>
            <a:stretch>
              <a:fillRect/>
            </a:stretch>
          </a:blipFill>
        </p:spPr>
        <p:txBody>
          <a:bodyPr/>
          <a:lstStyle>
            <a:lvl1pPr marL="0" indent="0">
              <a:buNone/>
              <a:defRPr/>
            </a:lvl1pPr>
          </a:lstStyle>
          <a:p>
            <a:r>
              <a:rPr lang="en-US"/>
              <a:t>  </a:t>
            </a:r>
          </a:p>
        </p:txBody>
      </p:sp>
      <p:sp>
        <p:nvSpPr>
          <p:cNvPr id="12" name="Content Placeholder 7">
            <a:extLst>
              <a:ext uri="{FF2B5EF4-FFF2-40B4-BE49-F238E27FC236}">
                <a16:creationId xmlns:a16="http://schemas.microsoft.com/office/drawing/2014/main" id="{35F0A005-5A5E-B738-FB00-880E7ABF3C82}"/>
              </a:ext>
            </a:extLst>
          </p:cNvPr>
          <p:cNvSpPr>
            <a:spLocks noGrp="1"/>
          </p:cNvSpPr>
          <p:nvPr>
            <p:ph sz="quarter" idx="14"/>
          </p:nvPr>
        </p:nvSpPr>
        <p:spPr>
          <a:xfrm>
            <a:off x="7178233" y="2373638"/>
            <a:ext cx="3466596" cy="3798562"/>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7178105" y="6343955"/>
            <a:ext cx="2012061" cy="365125"/>
          </a:xfrm>
        </p:spPr>
        <p:txBody>
          <a:bodyPr/>
          <a:lstStyle/>
          <a:p>
            <a:r>
              <a:rPr lang="en-US"/>
              <a:t>Sample Footer Text</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190166" y="6343955"/>
            <a:ext cx="922372" cy="365125"/>
          </a:xfrm>
        </p:spPr>
        <p:txBody>
          <a:bodyPr/>
          <a:lstStyle/>
          <a:p>
            <a:fld id="{0B4A3A31-ACEE-4A00-9ED7-D579651BDB0B}" type="datetime1">
              <a:rPr lang="en-US" smtClean="0"/>
              <a:t>12/4/25</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0212180" y="6343955"/>
            <a:ext cx="429207" cy="365125"/>
          </a:xfrm>
        </p:spPr>
        <p:txBody>
          <a:bodyPr/>
          <a:lstStyle/>
          <a:p>
            <a:fld id="{AEAA3239-9EA4-4A65-A281-97F994456D9F}" type="slidenum">
              <a:rPr lang="en-US" smtClean="0"/>
              <a:t>‹#›</a:t>
            </a:fld>
            <a:endParaRPr lang="en-US"/>
          </a:p>
        </p:txBody>
      </p:sp>
      <p:grpSp>
        <p:nvGrpSpPr>
          <p:cNvPr id="15" name="Group 14">
            <a:extLst>
              <a:ext uri="{FF2B5EF4-FFF2-40B4-BE49-F238E27FC236}">
                <a16:creationId xmlns:a16="http://schemas.microsoft.com/office/drawing/2014/main" id="{F5085F88-91FD-D282-D563-71C441A10FEE}"/>
              </a:ext>
            </a:extLst>
          </p:cNvPr>
          <p:cNvGrpSpPr/>
          <p:nvPr userDrawn="1"/>
        </p:nvGrpSpPr>
        <p:grpSpPr>
          <a:xfrm>
            <a:off x="11078040" y="685800"/>
            <a:ext cx="504370" cy="544340"/>
            <a:chOff x="10917026" y="837879"/>
            <a:chExt cx="513774" cy="554490"/>
          </a:xfrm>
        </p:grpSpPr>
        <p:sp>
          <p:nvSpPr>
            <p:cNvPr id="16" name="Graphic 12">
              <a:extLst>
                <a:ext uri="{FF2B5EF4-FFF2-40B4-BE49-F238E27FC236}">
                  <a16:creationId xmlns:a16="http://schemas.microsoft.com/office/drawing/2014/main" id="{46032939-0CC3-2255-D3BA-4C4BA045A7F8}"/>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1"/>
                </a:solidFill>
              </a:endParaRPr>
            </a:p>
          </p:txBody>
        </p:sp>
        <p:sp>
          <p:nvSpPr>
            <p:cNvPr id="17" name="Graphic 13">
              <a:extLst>
                <a:ext uri="{FF2B5EF4-FFF2-40B4-BE49-F238E27FC236}">
                  <a16:creationId xmlns:a16="http://schemas.microsoft.com/office/drawing/2014/main" id="{326CB967-92AC-04E3-A374-19C81692447C}"/>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1"/>
                </a:solidFill>
              </a:endParaRPr>
            </a:p>
          </p:txBody>
        </p:sp>
        <p:sp>
          <p:nvSpPr>
            <p:cNvPr id="18" name="Graphic 15">
              <a:extLst>
                <a:ext uri="{FF2B5EF4-FFF2-40B4-BE49-F238E27FC236}">
                  <a16:creationId xmlns:a16="http://schemas.microsoft.com/office/drawing/2014/main" id="{3467D95A-0128-AF21-E271-EC4877C89224}"/>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1"/>
                </a:solidFill>
              </a:endParaRPr>
            </a:p>
          </p:txBody>
        </p:sp>
      </p:grpSp>
    </p:spTree>
    <p:extLst>
      <p:ext uri="{BB962C8B-B14F-4D97-AF65-F5344CB8AC3E}">
        <p14:creationId xmlns:p14="http://schemas.microsoft.com/office/powerpoint/2010/main" val="33574191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19" y="731520"/>
            <a:ext cx="3734215" cy="1463040"/>
          </a:xfrm>
        </p:spPr>
        <p:txBody>
          <a:bodyPr anchor="b">
            <a:noAutofit/>
          </a:bodyPr>
          <a:lstStyle>
            <a:lvl1pPr>
              <a:defRPr sz="40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31520" y="2373638"/>
            <a:ext cx="3466596" cy="3798562"/>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731520" y="6343955"/>
            <a:ext cx="1637337" cy="365125"/>
          </a:xfrm>
        </p:spPr>
        <p:txBody>
          <a:bodyPr/>
          <a:lstStyle/>
          <a:p>
            <a:r>
              <a:rPr lang="en-US"/>
              <a:t>Sample Footer Text</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3617591" y="6343955"/>
            <a:ext cx="949766" cy="365125"/>
          </a:xfrm>
        </p:spPr>
        <p:txBody>
          <a:bodyPr/>
          <a:lstStyle/>
          <a:p>
            <a:fld id="{0D1F969F-5863-4766-8113-71CA528EC836}" type="datetime1">
              <a:rPr lang="en-US" smtClean="0"/>
              <a:t>12/4/25</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4567357" y="6343955"/>
            <a:ext cx="429207" cy="365125"/>
          </a:xfrm>
        </p:spPr>
        <p:txBody>
          <a:bodyPr/>
          <a:lstStyle/>
          <a:p>
            <a:fld id="{AEAA3239-9EA4-4A65-A281-97F994456D9F}" type="slidenum">
              <a:rPr lang="en-US" smtClean="0"/>
              <a:t>‹#›</a:t>
            </a:fld>
            <a:endParaRPr lang="en-US"/>
          </a:p>
        </p:txBody>
      </p:sp>
      <p:sp>
        <p:nvSpPr>
          <p:cNvPr id="3" name="Rectangle 2">
            <a:extLst>
              <a:ext uri="{FF2B5EF4-FFF2-40B4-BE49-F238E27FC236}">
                <a16:creationId xmlns:a16="http://schemas.microsoft.com/office/drawing/2014/main" id="{D6D97762-21CE-742F-476A-8D113FA7710B}"/>
              </a:ext>
              <a:ext uri="{C183D7F6-B498-43B3-948B-1728B52AA6E4}">
                <adec:decorative xmlns:adec="http://schemas.microsoft.com/office/drawing/2017/decorative" val="1"/>
              </a:ext>
            </a:extLst>
          </p:cNvPr>
          <p:cNvSpPr/>
          <p:nvPr userDrawn="1"/>
        </p:nvSpPr>
        <p:spPr>
          <a:xfrm>
            <a:off x="5910835" y="0"/>
            <a:ext cx="6281165"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19">
            <a:extLst>
              <a:ext uri="{FF2B5EF4-FFF2-40B4-BE49-F238E27FC236}">
                <a16:creationId xmlns:a16="http://schemas.microsoft.com/office/drawing/2014/main" id="{3A0DA082-043B-10E6-F85B-5FE613224E99}"/>
              </a:ext>
            </a:extLst>
          </p:cNvPr>
          <p:cNvSpPr>
            <a:spLocks noGrp="1"/>
          </p:cNvSpPr>
          <p:nvPr>
            <p:ph type="pic" sz="quarter" idx="18" hasCustomPrompt="1"/>
          </p:nvPr>
        </p:nvSpPr>
        <p:spPr>
          <a:xfrm>
            <a:off x="6212458" y="301752"/>
            <a:ext cx="5677791" cy="6251447"/>
          </a:xfrm>
          <a:blipFill>
            <a:blip r:embed="rId2">
              <a:alphaModFix amt="60000"/>
            </a:blip>
            <a:stretch>
              <a:fillRect/>
            </a:stretch>
          </a:blipFill>
        </p:spPr>
        <p:txBody>
          <a:bodyPr/>
          <a:lstStyle>
            <a:lvl1pPr marL="0" indent="0">
              <a:buNone/>
              <a:defRPr/>
            </a:lvl1pPr>
          </a:lstStyle>
          <a:p>
            <a:r>
              <a:rPr lang="en-US"/>
              <a:t>  </a:t>
            </a:r>
          </a:p>
        </p:txBody>
      </p:sp>
      <p:grpSp>
        <p:nvGrpSpPr>
          <p:cNvPr id="6" name="Group 5">
            <a:extLst>
              <a:ext uri="{FF2B5EF4-FFF2-40B4-BE49-F238E27FC236}">
                <a16:creationId xmlns:a16="http://schemas.microsoft.com/office/drawing/2014/main" id="{9A8D083D-C540-D2F5-A63D-179C0B9297D1}"/>
              </a:ext>
            </a:extLst>
          </p:cNvPr>
          <p:cNvGrpSpPr/>
          <p:nvPr userDrawn="1"/>
        </p:nvGrpSpPr>
        <p:grpSpPr>
          <a:xfrm>
            <a:off x="4708236" y="685800"/>
            <a:ext cx="504370" cy="544340"/>
            <a:chOff x="10917026" y="837879"/>
            <a:chExt cx="513774" cy="554490"/>
          </a:xfrm>
        </p:grpSpPr>
        <p:sp>
          <p:nvSpPr>
            <p:cNvPr id="7" name="Graphic 12">
              <a:extLst>
                <a:ext uri="{FF2B5EF4-FFF2-40B4-BE49-F238E27FC236}">
                  <a16:creationId xmlns:a16="http://schemas.microsoft.com/office/drawing/2014/main" id="{C093ED64-0C42-9BE5-744F-84BC0FC56BCA}"/>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11" name="Graphic 13">
              <a:extLst>
                <a:ext uri="{FF2B5EF4-FFF2-40B4-BE49-F238E27FC236}">
                  <a16:creationId xmlns:a16="http://schemas.microsoft.com/office/drawing/2014/main" id="{FEC78D10-4FD6-6427-73BE-7E91E74A3AE5}"/>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12" name="Graphic 15">
              <a:extLst>
                <a:ext uri="{FF2B5EF4-FFF2-40B4-BE49-F238E27FC236}">
                  <a16:creationId xmlns:a16="http://schemas.microsoft.com/office/drawing/2014/main" id="{1F87DA6C-8CB7-C8C3-42EF-FB410EF4E4AC}"/>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214627854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9">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41568231-6EE1-C9D1-731F-866CD76D7217}"/>
              </a:ext>
              <a:ext uri="{C183D7F6-B498-43B3-948B-1728B52AA6E4}">
                <adec:decorative xmlns:adec="http://schemas.microsoft.com/office/drawing/2017/decorative" val="1"/>
              </a:ext>
            </a:extLst>
          </p:cNvPr>
          <p:cNvSpPr/>
          <p:nvPr userDrawn="1"/>
        </p:nvSpPr>
        <p:spPr>
          <a:xfrm>
            <a:off x="-1" y="0"/>
            <a:ext cx="7010399"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8CADE79-1143-4025-5E81-CDF840A55570}"/>
              </a:ext>
            </a:extLst>
          </p:cNvPr>
          <p:cNvGrpSpPr/>
          <p:nvPr userDrawn="1"/>
        </p:nvGrpSpPr>
        <p:grpSpPr>
          <a:xfrm>
            <a:off x="11078040" y="685800"/>
            <a:ext cx="504370" cy="544340"/>
            <a:chOff x="10917026" y="837879"/>
            <a:chExt cx="513774" cy="554490"/>
          </a:xfrm>
        </p:grpSpPr>
        <p:sp>
          <p:nvSpPr>
            <p:cNvPr id="19" name="Graphic 12">
              <a:extLst>
                <a:ext uri="{FF2B5EF4-FFF2-40B4-BE49-F238E27FC236}">
                  <a16:creationId xmlns:a16="http://schemas.microsoft.com/office/drawing/2014/main" id="{AED6A418-02F5-0E8F-B066-68C4FC75E8FA}"/>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1"/>
                </a:solidFill>
              </a:endParaRPr>
            </a:p>
          </p:txBody>
        </p:sp>
        <p:sp>
          <p:nvSpPr>
            <p:cNvPr id="20" name="Graphic 13">
              <a:extLst>
                <a:ext uri="{FF2B5EF4-FFF2-40B4-BE49-F238E27FC236}">
                  <a16:creationId xmlns:a16="http://schemas.microsoft.com/office/drawing/2014/main" id="{78A9BA8F-867C-C0C4-EAFC-DD16736ECDEB}"/>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1"/>
                </a:solidFill>
              </a:endParaRPr>
            </a:p>
          </p:txBody>
        </p:sp>
        <p:sp>
          <p:nvSpPr>
            <p:cNvPr id="21" name="Graphic 15">
              <a:extLst>
                <a:ext uri="{FF2B5EF4-FFF2-40B4-BE49-F238E27FC236}">
                  <a16:creationId xmlns:a16="http://schemas.microsoft.com/office/drawing/2014/main" id="{E36243AC-DEA9-2BB6-9493-F12EF61BACD9}"/>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1"/>
                </a:solidFill>
              </a:endParaRPr>
            </a:p>
          </p:txBody>
        </p:sp>
      </p:grpSp>
      <p:sp>
        <p:nvSpPr>
          <p:cNvPr id="24" name="Title 1">
            <a:extLst>
              <a:ext uri="{FF2B5EF4-FFF2-40B4-BE49-F238E27FC236}">
                <a16:creationId xmlns:a16="http://schemas.microsoft.com/office/drawing/2014/main" id="{0BF1A3E9-2DA8-EFCD-1945-10B7E4A7FC17}"/>
              </a:ext>
            </a:extLst>
          </p:cNvPr>
          <p:cNvSpPr>
            <a:spLocks noGrp="1"/>
          </p:cNvSpPr>
          <p:nvPr>
            <p:ph type="title"/>
          </p:nvPr>
        </p:nvSpPr>
        <p:spPr>
          <a:xfrm>
            <a:off x="7913788" y="731519"/>
            <a:ext cx="2699254" cy="2377440"/>
          </a:xfrm>
        </p:spPr>
        <p:txBody>
          <a:bodyPr anchor="b">
            <a:noAutofit/>
          </a:bodyPr>
          <a:lstStyle/>
          <a:p>
            <a:r>
              <a:rPr lang="en-US"/>
              <a:t>Click to edit Master title style</a:t>
            </a:r>
          </a:p>
        </p:txBody>
      </p:sp>
      <p:sp>
        <p:nvSpPr>
          <p:cNvPr id="16" name="Picture Placeholder 19">
            <a:extLst>
              <a:ext uri="{FF2B5EF4-FFF2-40B4-BE49-F238E27FC236}">
                <a16:creationId xmlns:a16="http://schemas.microsoft.com/office/drawing/2014/main" id="{5B7D5800-440E-ABD3-D549-DBAB5788D851}"/>
              </a:ext>
            </a:extLst>
          </p:cNvPr>
          <p:cNvSpPr>
            <a:spLocks noGrp="1"/>
          </p:cNvSpPr>
          <p:nvPr>
            <p:ph type="pic" sz="quarter" idx="18" hasCustomPrompt="1"/>
          </p:nvPr>
        </p:nvSpPr>
        <p:spPr>
          <a:xfrm>
            <a:off x="306362" y="301752"/>
            <a:ext cx="6402283" cy="6251447"/>
          </a:xfrm>
          <a:blipFill>
            <a:blip r:embed="rId2">
              <a:alphaModFix amt="60000"/>
            </a:blip>
            <a:stretch>
              <a:fillRect/>
            </a:stretch>
          </a:blipFill>
        </p:spPr>
        <p:txBody>
          <a:bodyPr/>
          <a:lstStyle>
            <a:lvl1pPr marL="0" indent="0">
              <a:buNone/>
              <a:defRPr/>
            </a:lvl1pPr>
          </a:lstStyle>
          <a:p>
            <a:r>
              <a:rPr lang="en-US"/>
              <a:t>  </a:t>
            </a:r>
          </a:p>
        </p:txBody>
      </p:sp>
      <p:sp>
        <p:nvSpPr>
          <p:cNvPr id="25" name="Content Placeholder 7">
            <a:extLst>
              <a:ext uri="{FF2B5EF4-FFF2-40B4-BE49-F238E27FC236}">
                <a16:creationId xmlns:a16="http://schemas.microsoft.com/office/drawing/2014/main" id="{EBCA59A2-F29D-63E1-CCFC-C5630CD91770}"/>
              </a:ext>
            </a:extLst>
          </p:cNvPr>
          <p:cNvSpPr>
            <a:spLocks noGrp="1"/>
          </p:cNvSpPr>
          <p:nvPr>
            <p:ph sz="quarter" idx="14"/>
          </p:nvPr>
        </p:nvSpPr>
        <p:spPr>
          <a:xfrm>
            <a:off x="7914782" y="3337720"/>
            <a:ext cx="2693346" cy="2656250"/>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913788" y="6343955"/>
            <a:ext cx="1404460" cy="365125"/>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29261" y="6343955"/>
            <a:ext cx="854573" cy="365125"/>
          </a:xfrm>
        </p:spPr>
        <p:txBody>
          <a:bodyPr/>
          <a:lstStyle>
            <a:lvl1pPr>
              <a:defRPr>
                <a:solidFill>
                  <a:schemeClr val="bg1">
                    <a:lumMod val="65000"/>
                  </a:schemeClr>
                </a:solidFill>
                <a:effectLst/>
              </a:defRPr>
            </a:lvl1pPr>
          </a:lstStyle>
          <a:p>
            <a:fld id="{FAD7B7F7-7F90-4F0B-A996-5443656EFF4A}" type="datetime1">
              <a:rPr lang="en-US" smtClean="0"/>
              <a:pPr/>
              <a:t>12/4/25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183835" y="6343955"/>
            <a:ext cx="429207"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6443800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10">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53B3EF42-50EE-E6A8-A9C2-7AFE6D442ADC}"/>
              </a:ext>
              <a:ext uri="{C183D7F6-B498-43B3-948B-1728B52AA6E4}">
                <adec:decorative xmlns:adec="http://schemas.microsoft.com/office/drawing/2017/decorative" val="1"/>
              </a:ext>
            </a:extLst>
          </p:cNvPr>
          <p:cNvSpPr/>
          <p:nvPr userDrawn="1"/>
        </p:nvSpPr>
        <p:spPr>
          <a:xfrm>
            <a:off x="5196841" y="0"/>
            <a:ext cx="7010399" cy="68580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9252F0D5-BB41-D48B-86B3-F11E48AF7EA8}"/>
              </a:ext>
            </a:extLst>
          </p:cNvPr>
          <p:cNvGrpSpPr/>
          <p:nvPr userDrawn="1"/>
        </p:nvGrpSpPr>
        <p:grpSpPr>
          <a:xfrm>
            <a:off x="3894778" y="685800"/>
            <a:ext cx="504370" cy="544340"/>
            <a:chOff x="10917026" y="837879"/>
            <a:chExt cx="513774" cy="554490"/>
          </a:xfrm>
        </p:grpSpPr>
        <p:sp>
          <p:nvSpPr>
            <p:cNvPr id="11" name="Graphic 12">
              <a:extLst>
                <a:ext uri="{FF2B5EF4-FFF2-40B4-BE49-F238E27FC236}">
                  <a16:creationId xmlns:a16="http://schemas.microsoft.com/office/drawing/2014/main" id="{6296570F-FB5B-F825-C362-F81EFAF021A1}"/>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1"/>
                </a:solidFill>
              </a:endParaRPr>
            </a:p>
          </p:txBody>
        </p:sp>
        <p:sp>
          <p:nvSpPr>
            <p:cNvPr id="16" name="Graphic 13">
              <a:extLst>
                <a:ext uri="{FF2B5EF4-FFF2-40B4-BE49-F238E27FC236}">
                  <a16:creationId xmlns:a16="http://schemas.microsoft.com/office/drawing/2014/main" id="{4C1B3463-18E1-346D-1A07-8930AA65C103}"/>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1"/>
                </a:solidFill>
              </a:endParaRPr>
            </a:p>
          </p:txBody>
        </p:sp>
        <p:sp>
          <p:nvSpPr>
            <p:cNvPr id="17" name="Graphic 15">
              <a:extLst>
                <a:ext uri="{FF2B5EF4-FFF2-40B4-BE49-F238E27FC236}">
                  <a16:creationId xmlns:a16="http://schemas.microsoft.com/office/drawing/2014/main" id="{93FF8579-2163-3C63-2EAE-9C03E5709D01}"/>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1"/>
                </a:solidFill>
              </a:endParaRPr>
            </a:p>
          </p:txBody>
        </p:sp>
      </p:grpSp>
      <p:sp>
        <p:nvSpPr>
          <p:cNvPr id="20" name="Title 1">
            <a:extLst>
              <a:ext uri="{FF2B5EF4-FFF2-40B4-BE49-F238E27FC236}">
                <a16:creationId xmlns:a16="http://schemas.microsoft.com/office/drawing/2014/main" id="{24B91569-6261-A0AF-CAF5-5AAD160092EB}"/>
              </a:ext>
            </a:extLst>
          </p:cNvPr>
          <p:cNvSpPr>
            <a:spLocks noGrp="1"/>
          </p:cNvSpPr>
          <p:nvPr>
            <p:ph type="title"/>
          </p:nvPr>
        </p:nvSpPr>
        <p:spPr>
          <a:xfrm>
            <a:off x="730526" y="731519"/>
            <a:ext cx="2699254" cy="2377440"/>
          </a:xfrm>
        </p:spPr>
        <p:txBody>
          <a:bodyPr anchor="b">
            <a:noAutofit/>
          </a:bodyPr>
          <a:lstStyle/>
          <a:p>
            <a:r>
              <a:rPr lang="en-US"/>
              <a:t>Click to edit Master title style</a:t>
            </a:r>
          </a:p>
        </p:txBody>
      </p:sp>
      <p:sp>
        <p:nvSpPr>
          <p:cNvPr id="21" name="Content Placeholder 7">
            <a:extLst>
              <a:ext uri="{FF2B5EF4-FFF2-40B4-BE49-F238E27FC236}">
                <a16:creationId xmlns:a16="http://schemas.microsoft.com/office/drawing/2014/main" id="{8C24D5D5-972A-AD73-FCA8-59A4C6B48FA9}"/>
              </a:ext>
            </a:extLst>
          </p:cNvPr>
          <p:cNvSpPr>
            <a:spLocks noGrp="1"/>
          </p:cNvSpPr>
          <p:nvPr>
            <p:ph sz="quarter" idx="14"/>
          </p:nvPr>
        </p:nvSpPr>
        <p:spPr>
          <a:xfrm>
            <a:off x="731520" y="3337720"/>
            <a:ext cx="2693346" cy="2656250"/>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5">
            <a:extLst>
              <a:ext uri="{FF2B5EF4-FFF2-40B4-BE49-F238E27FC236}">
                <a16:creationId xmlns:a16="http://schemas.microsoft.com/office/drawing/2014/main" id="{87D31BD8-3002-3D4D-9B87-D0017F5E678A}"/>
              </a:ext>
            </a:extLst>
          </p:cNvPr>
          <p:cNvSpPr>
            <a:spLocks noGrp="1"/>
          </p:cNvSpPr>
          <p:nvPr>
            <p:ph type="ftr" sz="quarter" idx="11"/>
          </p:nvPr>
        </p:nvSpPr>
        <p:spPr>
          <a:xfrm>
            <a:off x="730526" y="6343955"/>
            <a:ext cx="1404460" cy="365125"/>
          </a:xfrm>
        </p:spPr>
        <p:txBody>
          <a:bodyPr/>
          <a:lstStyle/>
          <a:p>
            <a:r>
              <a:rPr lang="en-US"/>
              <a:t>Sample Footer Text</a:t>
            </a:r>
          </a:p>
        </p:txBody>
      </p:sp>
      <p:sp>
        <p:nvSpPr>
          <p:cNvPr id="3" name="Date Placeholder 4">
            <a:extLst>
              <a:ext uri="{FF2B5EF4-FFF2-40B4-BE49-F238E27FC236}">
                <a16:creationId xmlns:a16="http://schemas.microsoft.com/office/drawing/2014/main" id="{7E9A08EF-98CF-24AA-BB25-5C3DE6B90335}"/>
              </a:ext>
            </a:extLst>
          </p:cNvPr>
          <p:cNvSpPr>
            <a:spLocks noGrp="1"/>
          </p:cNvSpPr>
          <p:nvPr>
            <p:ph type="dt" sz="half" idx="10"/>
          </p:nvPr>
        </p:nvSpPr>
        <p:spPr>
          <a:xfrm>
            <a:off x="2145999" y="6343955"/>
            <a:ext cx="854573" cy="365125"/>
          </a:xfrm>
        </p:spPr>
        <p:txBody>
          <a:bodyPr/>
          <a:lstStyle>
            <a:lvl1pPr>
              <a:defRPr>
                <a:solidFill>
                  <a:schemeClr val="bg1">
                    <a:lumMod val="65000"/>
                  </a:schemeClr>
                </a:solidFill>
                <a:effectLst/>
              </a:defRPr>
            </a:lvl1pPr>
          </a:lstStyle>
          <a:p>
            <a:fld id="{FAD7B7F7-7F90-4F0B-A996-5443656EFF4A}" type="datetime1">
              <a:rPr lang="en-US" smtClean="0"/>
              <a:pPr/>
              <a:t>12/4/25</a:t>
            </a:fld>
            <a:endParaRPr lang="en-US"/>
          </a:p>
        </p:txBody>
      </p:sp>
      <p:sp>
        <p:nvSpPr>
          <p:cNvPr id="9" name="Slide Number Placeholder 6">
            <a:extLst>
              <a:ext uri="{FF2B5EF4-FFF2-40B4-BE49-F238E27FC236}">
                <a16:creationId xmlns:a16="http://schemas.microsoft.com/office/drawing/2014/main" id="{C210CE1A-436A-BCAA-2323-18AE3B537B07}"/>
              </a:ext>
            </a:extLst>
          </p:cNvPr>
          <p:cNvSpPr>
            <a:spLocks noGrp="1"/>
          </p:cNvSpPr>
          <p:nvPr>
            <p:ph type="sldNum" sz="quarter" idx="12"/>
          </p:nvPr>
        </p:nvSpPr>
        <p:spPr>
          <a:xfrm>
            <a:off x="3000573" y="6343955"/>
            <a:ext cx="429207" cy="365125"/>
          </a:xfrm>
        </p:spPr>
        <p:txBody>
          <a:bodyPr/>
          <a:lstStyle/>
          <a:p>
            <a:fld id="{AEAA3239-9EA4-4A65-A281-97F994456D9F}" type="slidenum">
              <a:rPr lang="en-US" smtClean="0"/>
              <a:t>‹#›</a:t>
            </a:fld>
            <a:endParaRPr lang="en-US"/>
          </a:p>
        </p:txBody>
      </p:sp>
      <p:sp>
        <p:nvSpPr>
          <p:cNvPr id="19" name="Picture Placeholder 19">
            <a:extLst>
              <a:ext uri="{FF2B5EF4-FFF2-40B4-BE49-F238E27FC236}">
                <a16:creationId xmlns:a16="http://schemas.microsoft.com/office/drawing/2014/main" id="{988477FF-DF9B-F437-734F-A0142244B586}"/>
              </a:ext>
            </a:extLst>
          </p:cNvPr>
          <p:cNvSpPr>
            <a:spLocks noGrp="1"/>
          </p:cNvSpPr>
          <p:nvPr>
            <p:ph type="pic" sz="quarter" idx="18" hasCustomPrompt="1"/>
          </p:nvPr>
        </p:nvSpPr>
        <p:spPr>
          <a:xfrm>
            <a:off x="5503204" y="301752"/>
            <a:ext cx="6402283" cy="6251447"/>
          </a:xfrm>
          <a:blipFill>
            <a:blip r:embed="rId2">
              <a:alphaModFix amt="6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12640094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B302C0F-215C-1849-F2CD-D38FAE1207A7}"/>
              </a:ext>
              <a:ext uri="{C183D7F6-B498-43B3-948B-1728B52AA6E4}">
                <adec:decorative xmlns:adec="http://schemas.microsoft.com/office/drawing/2017/decorative" val="1"/>
              </a:ext>
            </a:extLst>
          </p:cNvPr>
          <p:cNvSpPr/>
          <p:nvPr userDrawn="1"/>
        </p:nvSpPr>
        <p:spPr>
          <a:xfrm>
            <a:off x="1" y="-28075"/>
            <a:ext cx="12191999" cy="4013453"/>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75079"/>
            <a:ext cx="4019522" cy="1440859"/>
          </a:xfrm>
        </p:spPr>
        <p:txBody>
          <a:bodyPr anchor="t">
            <a:noAutofit/>
          </a:bodyPr>
          <a:lstStyle>
            <a:lvl1pPr>
              <a:defRPr sz="4000"/>
            </a:lvl1pPr>
          </a:lstStyle>
          <a:p>
            <a:r>
              <a:rPr lang="en-US"/>
              <a:t>Click to edit Master title style</a:t>
            </a:r>
          </a:p>
        </p:txBody>
      </p:sp>
      <p:sp>
        <p:nvSpPr>
          <p:cNvPr id="15" name="Picture Placeholder 19">
            <a:extLst>
              <a:ext uri="{FF2B5EF4-FFF2-40B4-BE49-F238E27FC236}">
                <a16:creationId xmlns:a16="http://schemas.microsoft.com/office/drawing/2014/main" id="{D1FCC322-5ACB-9932-4C8F-E214F3C843F1}"/>
              </a:ext>
            </a:extLst>
          </p:cNvPr>
          <p:cNvSpPr>
            <a:spLocks noGrp="1"/>
          </p:cNvSpPr>
          <p:nvPr>
            <p:ph type="pic" sz="quarter" idx="18" hasCustomPrompt="1"/>
          </p:nvPr>
        </p:nvSpPr>
        <p:spPr>
          <a:xfrm>
            <a:off x="301752" y="273678"/>
            <a:ext cx="11588495" cy="3438022"/>
          </a:xfrm>
          <a:blipFill>
            <a:blip r:embed="rId2">
              <a:alphaModFix amt="6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845275" y="4775079"/>
            <a:ext cx="5737126" cy="1440859"/>
          </a:xfrm>
        </p:spPr>
        <p:txBody>
          <a:bodyPr vert="horz" lIns="91440" tIns="45720" rIns="91440" bIns="45720" rtlCol="0">
            <a:no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31520" y="6343955"/>
            <a:ext cx="2805405" cy="365125"/>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29310" y="6343955"/>
            <a:ext cx="2202644" cy="365125"/>
          </a:xfrm>
        </p:spPr>
        <p:txBody>
          <a:bodyPr/>
          <a:lstStyle/>
          <a:p>
            <a:fld id="{2086C921-50A5-4289-8B96-30101E64A548}" type="datetime1">
              <a:rPr lang="en-US" smtClean="0"/>
              <a:t>12/4/25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72801" y="6343954"/>
            <a:ext cx="609600"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3932469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CD7DBFA-3A9D-FCBF-D7B9-EF1518046D3D}"/>
              </a:ext>
              <a:ext uri="{C183D7F6-B498-43B3-948B-1728B52AA6E4}">
                <adec:decorative xmlns:adec="http://schemas.microsoft.com/office/drawing/2017/decorative" val="1"/>
              </a:ext>
            </a:extLst>
          </p:cNvPr>
          <p:cNvSpPr/>
          <p:nvPr userDrawn="1"/>
        </p:nvSpPr>
        <p:spPr>
          <a:xfrm>
            <a:off x="1" y="0"/>
            <a:ext cx="12191999" cy="2966356"/>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847643"/>
            <a:ext cx="2926080" cy="2194560"/>
          </a:xfrm>
        </p:spPr>
        <p:txBody>
          <a:bodyPr anchor="t">
            <a:noAutofit/>
          </a:bodyPr>
          <a:lstStyle>
            <a:lvl1pPr>
              <a:defRPr sz="4000"/>
            </a:lvl1pPr>
          </a:lstStyle>
          <a:p>
            <a:r>
              <a:rPr lang="en-US"/>
              <a:t>Click to edit Master title style</a:t>
            </a:r>
          </a:p>
        </p:txBody>
      </p:sp>
      <p:sp>
        <p:nvSpPr>
          <p:cNvPr id="10" name="Picture Placeholder 19">
            <a:extLst>
              <a:ext uri="{FF2B5EF4-FFF2-40B4-BE49-F238E27FC236}">
                <a16:creationId xmlns:a16="http://schemas.microsoft.com/office/drawing/2014/main" id="{233FA5CD-83DF-C53D-9AC4-59590A417E6B}"/>
              </a:ext>
            </a:extLst>
          </p:cNvPr>
          <p:cNvSpPr>
            <a:spLocks noGrp="1"/>
          </p:cNvSpPr>
          <p:nvPr>
            <p:ph type="pic" sz="quarter" idx="18" hasCustomPrompt="1"/>
          </p:nvPr>
        </p:nvSpPr>
        <p:spPr>
          <a:xfrm>
            <a:off x="301752" y="299796"/>
            <a:ext cx="11588495" cy="2364808"/>
          </a:xfrm>
          <a:blipFill>
            <a:blip r:embed="rId2">
              <a:alphaModFix amt="6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657600" y="3847643"/>
            <a:ext cx="7772400" cy="219456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31520" y="6343955"/>
            <a:ext cx="2805405" cy="365125"/>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29310" y="6343955"/>
            <a:ext cx="2202644" cy="365125"/>
          </a:xfrm>
        </p:spPr>
        <p:txBody>
          <a:bodyPr/>
          <a:lstStyle/>
          <a:p>
            <a:fld id="{1B948B66-4D7B-4FF2-9F42-B85226272225}" type="datetime1">
              <a:rPr lang="en-US" smtClean="0"/>
              <a:t>12/4/25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0972801" y="6343955"/>
            <a:ext cx="609600"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33385680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E85AAF3-BCAF-E9E6-4485-B600BEDA99FE}"/>
              </a:ext>
              <a:ext uri="{C183D7F6-B498-43B3-948B-1728B52AA6E4}">
                <adec:decorative xmlns:adec="http://schemas.microsoft.com/office/drawing/2017/decorative" val="1"/>
              </a:ext>
            </a:extLst>
          </p:cNvPr>
          <p:cNvSpPr/>
          <p:nvPr userDrawn="1"/>
        </p:nvSpPr>
        <p:spPr>
          <a:xfrm>
            <a:off x="1" y="3887633"/>
            <a:ext cx="12191999" cy="2966356"/>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957143"/>
            <a:ext cx="2926080" cy="1828800"/>
          </a:xfrm>
        </p:spPr>
        <p:txBody>
          <a:bodyPr anchor="t">
            <a:noAutofit/>
          </a:bodyPr>
          <a:lstStyle>
            <a:lvl1pPr>
              <a:defRPr sz="4000"/>
            </a:lvl1pPr>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31520" y="292222"/>
            <a:ext cx="2791027" cy="365125"/>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292222"/>
            <a:ext cx="1559379" cy="365125"/>
          </a:xfrm>
        </p:spPr>
        <p:txBody>
          <a:bodyPr/>
          <a:lstStyle/>
          <a:p>
            <a:fld id="{6D1D18D0-7308-42C5-B784-8892F327ABD3}" type="datetime1">
              <a:rPr lang="en-US" smtClean="0"/>
              <a:t>12/4/25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292222"/>
            <a:ext cx="429207" cy="365125"/>
          </a:xfrm>
        </p:spPr>
        <p:txBody>
          <a:bodyPr/>
          <a:lstStyle/>
          <a:p>
            <a:fld id="{AEAA3239-9EA4-4A65-A281-97F994456D9F}"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657600" y="957143"/>
            <a:ext cx="7772400" cy="219456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19">
            <a:extLst>
              <a:ext uri="{FF2B5EF4-FFF2-40B4-BE49-F238E27FC236}">
                <a16:creationId xmlns:a16="http://schemas.microsoft.com/office/drawing/2014/main" id="{AF3AF093-BCC1-791C-3310-AA13D4B074A3}"/>
              </a:ext>
            </a:extLst>
          </p:cNvPr>
          <p:cNvSpPr>
            <a:spLocks noGrp="1"/>
          </p:cNvSpPr>
          <p:nvPr>
            <p:ph type="pic" sz="quarter" idx="18" hasCustomPrompt="1"/>
          </p:nvPr>
        </p:nvSpPr>
        <p:spPr>
          <a:xfrm>
            <a:off x="301752" y="4187429"/>
            <a:ext cx="11588495" cy="2364808"/>
          </a:xfrm>
          <a:blipFill>
            <a:blip r:embed="rId2">
              <a:alphaModFix amt="6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4064926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731520"/>
            <a:ext cx="9311382" cy="914400"/>
          </a:xfrm>
        </p:spPr>
        <p:txBody>
          <a:bodyPr anchor="b"/>
          <a:lstStyle/>
          <a:p>
            <a:r>
              <a:rPr lang="en-US"/>
              <a:t>Click to edit Master title style</a:t>
            </a:r>
          </a:p>
        </p:txBody>
      </p:sp>
      <p:sp>
        <p:nvSpPr>
          <p:cNvPr id="6" name="Content Placeholder 7">
            <a:extLst>
              <a:ext uri="{FF2B5EF4-FFF2-40B4-BE49-F238E27FC236}">
                <a16:creationId xmlns:a16="http://schemas.microsoft.com/office/drawing/2014/main" id="{C764A54E-2F07-76F5-5619-B735BDCD95E0}"/>
              </a:ext>
            </a:extLst>
          </p:cNvPr>
          <p:cNvSpPr>
            <a:spLocks noGrp="1"/>
          </p:cNvSpPr>
          <p:nvPr>
            <p:ph sz="quarter" idx="18"/>
          </p:nvPr>
        </p:nvSpPr>
        <p:spPr>
          <a:xfrm>
            <a:off x="731520" y="1981200"/>
            <a:ext cx="6662928" cy="4038600"/>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Rectangle 14">
            <a:extLst>
              <a:ext uri="{FF2B5EF4-FFF2-40B4-BE49-F238E27FC236}">
                <a16:creationId xmlns:a16="http://schemas.microsoft.com/office/drawing/2014/main" id="{E0A044FC-C278-1630-7174-160686C56B20}"/>
              </a:ext>
              <a:ext uri="{C183D7F6-B498-43B3-948B-1728B52AA6E4}">
                <adec:decorative xmlns:adec="http://schemas.microsoft.com/office/drawing/2017/decorative" val="1"/>
              </a:ext>
            </a:extLst>
          </p:cNvPr>
          <p:cNvSpPr/>
          <p:nvPr userDrawn="1"/>
        </p:nvSpPr>
        <p:spPr>
          <a:xfrm>
            <a:off x="7696199" y="1981200"/>
            <a:ext cx="3886201" cy="40386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icture Placeholder 19">
            <a:extLst>
              <a:ext uri="{FF2B5EF4-FFF2-40B4-BE49-F238E27FC236}">
                <a16:creationId xmlns:a16="http://schemas.microsoft.com/office/drawing/2014/main" id="{DBC0D37F-9620-589D-EF0C-BA5C2E9FC9E8}"/>
              </a:ext>
            </a:extLst>
          </p:cNvPr>
          <p:cNvSpPr>
            <a:spLocks noGrp="1"/>
          </p:cNvSpPr>
          <p:nvPr>
            <p:ph type="pic" sz="quarter" idx="19" hasCustomPrompt="1"/>
          </p:nvPr>
        </p:nvSpPr>
        <p:spPr>
          <a:xfrm>
            <a:off x="7997951" y="2287524"/>
            <a:ext cx="3282698" cy="3421303"/>
          </a:xfrm>
          <a:blipFill>
            <a:blip r:embed="rId2">
              <a:alphaModFix amt="60000"/>
            </a:blip>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731520" y="6343955"/>
            <a:ext cx="2055525" cy="365125"/>
          </a:xfrm>
        </p:spPr>
        <p:txBody>
          <a:bodyPr/>
          <a:lstStyle/>
          <a:p>
            <a:r>
              <a:rPr lang="en-US"/>
              <a:t>Sample Footer Text</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75503" y="6342528"/>
            <a:ext cx="1449697" cy="365125"/>
          </a:xfrm>
        </p:spPr>
        <p:txBody>
          <a:bodyPr/>
          <a:lstStyle/>
          <a:p>
            <a:fld id="{F033B22D-4ADF-4F85-9D05-706FE7DF6EFA}" type="datetime1">
              <a:rPr lang="en-US" smtClean="0"/>
              <a:t>12/4/25</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9340" y="6342528"/>
            <a:ext cx="443060" cy="365125"/>
          </a:xfrm>
        </p:spPr>
        <p:txBody>
          <a:bodyPr/>
          <a:lstStyle/>
          <a:p>
            <a:fld id="{AEAA3239-9EA4-4A65-A281-97F994456D9F}" type="slidenum">
              <a:rPr lang="en-US" smtClean="0"/>
              <a:t>‹#›</a:t>
            </a:fld>
            <a:endParaRPr lang="en-US"/>
          </a:p>
        </p:txBody>
      </p:sp>
      <p:grpSp>
        <p:nvGrpSpPr>
          <p:cNvPr id="7" name="Group 6">
            <a:extLst>
              <a:ext uri="{FF2B5EF4-FFF2-40B4-BE49-F238E27FC236}">
                <a16:creationId xmlns:a16="http://schemas.microsoft.com/office/drawing/2014/main" id="{D8DCA85F-4256-3AA7-2B2F-1D5E0C312680}"/>
              </a:ext>
            </a:extLst>
          </p:cNvPr>
          <p:cNvGrpSpPr/>
          <p:nvPr userDrawn="1"/>
        </p:nvGrpSpPr>
        <p:grpSpPr>
          <a:xfrm>
            <a:off x="11078040" y="685800"/>
            <a:ext cx="504370" cy="544340"/>
            <a:chOff x="10917026" y="837879"/>
            <a:chExt cx="513774" cy="554490"/>
          </a:xfrm>
        </p:grpSpPr>
        <p:sp>
          <p:nvSpPr>
            <p:cNvPr id="8" name="Graphic 12">
              <a:extLst>
                <a:ext uri="{FF2B5EF4-FFF2-40B4-BE49-F238E27FC236}">
                  <a16:creationId xmlns:a16="http://schemas.microsoft.com/office/drawing/2014/main" id="{79D8EBEE-57DF-9152-44DA-D036F04A54BA}"/>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1" name="Graphic 13">
              <a:extLst>
                <a:ext uri="{FF2B5EF4-FFF2-40B4-BE49-F238E27FC236}">
                  <a16:creationId xmlns:a16="http://schemas.microsoft.com/office/drawing/2014/main" id="{DCBB4CA9-705C-D7B8-7592-A5E7866CF50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2" name="Graphic 15">
              <a:extLst>
                <a:ext uri="{FF2B5EF4-FFF2-40B4-BE49-F238E27FC236}">
                  <a16:creationId xmlns:a16="http://schemas.microsoft.com/office/drawing/2014/main" id="{A98FAAF8-45F4-C2B5-EA46-2E6813B2C371}"/>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2588590965"/>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5">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13C666EA-D815-C895-D49E-7E44DFDDB612}"/>
              </a:ext>
              <a:ext uri="{C183D7F6-B498-43B3-948B-1728B52AA6E4}">
                <adec:decorative xmlns:adec="http://schemas.microsoft.com/office/drawing/2017/decorative" val="1"/>
              </a:ext>
            </a:extLst>
          </p:cNvPr>
          <p:cNvSpPr/>
          <p:nvPr userDrawn="1"/>
        </p:nvSpPr>
        <p:spPr>
          <a:xfrm>
            <a:off x="7010401" y="1981200"/>
            <a:ext cx="4571999" cy="415437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1EC07A94-34C8-166D-C466-8EB021EA08A1}"/>
              </a:ext>
            </a:extLst>
          </p:cNvPr>
          <p:cNvSpPr>
            <a:spLocks noGrp="1"/>
          </p:cNvSpPr>
          <p:nvPr>
            <p:ph type="title"/>
          </p:nvPr>
        </p:nvSpPr>
        <p:spPr>
          <a:xfrm>
            <a:off x="731520" y="731520"/>
            <a:ext cx="10052958" cy="914400"/>
          </a:xfrm>
        </p:spPr>
        <p:txBody>
          <a:bodyPr anchor="b"/>
          <a:lstStyle/>
          <a:p>
            <a:r>
              <a:rPr lang="en-US"/>
              <a:t>Click to edit Master title style</a:t>
            </a:r>
          </a:p>
        </p:txBody>
      </p:sp>
      <p:sp>
        <p:nvSpPr>
          <p:cNvPr id="13" name="Content Placeholder 7">
            <a:extLst>
              <a:ext uri="{FF2B5EF4-FFF2-40B4-BE49-F238E27FC236}">
                <a16:creationId xmlns:a16="http://schemas.microsoft.com/office/drawing/2014/main" id="{8EFD2888-AFCC-8F6C-23EA-6CC9E518F2B9}"/>
              </a:ext>
            </a:extLst>
          </p:cNvPr>
          <p:cNvSpPr>
            <a:spLocks noGrp="1"/>
          </p:cNvSpPr>
          <p:nvPr>
            <p:ph sz="quarter" idx="18"/>
          </p:nvPr>
        </p:nvSpPr>
        <p:spPr>
          <a:xfrm>
            <a:off x="731520" y="1981200"/>
            <a:ext cx="5977130" cy="4156250"/>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Picture Placeholder 19">
            <a:extLst>
              <a:ext uri="{FF2B5EF4-FFF2-40B4-BE49-F238E27FC236}">
                <a16:creationId xmlns:a16="http://schemas.microsoft.com/office/drawing/2014/main" id="{405EEFFB-1ED4-AAFE-6C57-14BD2FF69E35}"/>
              </a:ext>
            </a:extLst>
          </p:cNvPr>
          <p:cNvSpPr>
            <a:spLocks noGrp="1"/>
          </p:cNvSpPr>
          <p:nvPr>
            <p:ph type="pic" sz="quarter" idx="19" hasCustomPrompt="1"/>
          </p:nvPr>
        </p:nvSpPr>
        <p:spPr>
          <a:xfrm>
            <a:off x="7312153" y="2287524"/>
            <a:ext cx="3968496" cy="3537073"/>
          </a:xfrm>
          <a:blipFill>
            <a:blip r:embed="rId2">
              <a:alphaModFix amt="60000"/>
            </a:blip>
            <a:stretch>
              <a:fillRect/>
            </a:stretch>
          </a:blipFill>
        </p:spPr>
        <p:txBody>
          <a:bodyPr/>
          <a:lstStyle>
            <a:lvl1pPr marL="0" indent="0">
              <a:buNone/>
              <a:defRPr/>
            </a:lvl1pPr>
          </a:lstStyle>
          <a:p>
            <a:r>
              <a:rPr lang="en-US"/>
              <a:t>   </a:t>
            </a:r>
          </a:p>
        </p:txBody>
      </p:sp>
      <p:sp>
        <p:nvSpPr>
          <p:cNvPr id="14" name="Footer Placeholder 8">
            <a:extLst>
              <a:ext uri="{FF2B5EF4-FFF2-40B4-BE49-F238E27FC236}">
                <a16:creationId xmlns:a16="http://schemas.microsoft.com/office/drawing/2014/main" id="{42EA2336-4473-4E55-0BEF-FC37DB81D056}"/>
              </a:ext>
            </a:extLst>
          </p:cNvPr>
          <p:cNvSpPr>
            <a:spLocks noGrp="1"/>
          </p:cNvSpPr>
          <p:nvPr>
            <p:ph type="ftr" sz="quarter" idx="16"/>
          </p:nvPr>
        </p:nvSpPr>
        <p:spPr>
          <a:xfrm>
            <a:off x="731520" y="6343955"/>
            <a:ext cx="2055525" cy="365125"/>
          </a:xfrm>
        </p:spPr>
        <p:txBody>
          <a:bodyPr/>
          <a:lstStyle/>
          <a:p>
            <a:r>
              <a:rPr lang="en-US"/>
              <a:t>Sample Footer Text</a:t>
            </a:r>
          </a:p>
        </p:txBody>
      </p:sp>
      <p:sp>
        <p:nvSpPr>
          <p:cNvPr id="15" name="Date Placeholder 3">
            <a:extLst>
              <a:ext uri="{FF2B5EF4-FFF2-40B4-BE49-F238E27FC236}">
                <a16:creationId xmlns:a16="http://schemas.microsoft.com/office/drawing/2014/main" id="{B368DFD1-E7C2-0073-3235-A99D91879658}"/>
              </a:ext>
            </a:extLst>
          </p:cNvPr>
          <p:cNvSpPr>
            <a:spLocks noGrp="1"/>
          </p:cNvSpPr>
          <p:nvPr>
            <p:ph type="dt" sz="half" idx="15"/>
          </p:nvPr>
        </p:nvSpPr>
        <p:spPr>
          <a:xfrm>
            <a:off x="9636164" y="6343955"/>
            <a:ext cx="1449697" cy="365125"/>
          </a:xfrm>
        </p:spPr>
        <p:txBody>
          <a:bodyPr/>
          <a:lstStyle/>
          <a:p>
            <a:fld id="{F033B22D-4ADF-4F85-9D05-706FE7DF6EFA}" type="datetime1">
              <a:rPr lang="en-US" smtClean="0"/>
              <a:t>12/4/25</a:t>
            </a:fld>
            <a:endParaRPr lang="en-US"/>
          </a:p>
        </p:txBody>
      </p:sp>
      <p:sp>
        <p:nvSpPr>
          <p:cNvPr id="16" name="Slide Number Placeholder 9">
            <a:extLst>
              <a:ext uri="{FF2B5EF4-FFF2-40B4-BE49-F238E27FC236}">
                <a16:creationId xmlns:a16="http://schemas.microsoft.com/office/drawing/2014/main" id="{7EEB06A5-135B-8DFB-604C-0668FEC20090}"/>
              </a:ext>
            </a:extLst>
          </p:cNvPr>
          <p:cNvSpPr>
            <a:spLocks noGrp="1"/>
          </p:cNvSpPr>
          <p:nvPr>
            <p:ph type="sldNum" sz="quarter" idx="17"/>
          </p:nvPr>
        </p:nvSpPr>
        <p:spPr>
          <a:xfrm>
            <a:off x="11139340" y="6343955"/>
            <a:ext cx="443060" cy="365125"/>
          </a:xfrm>
        </p:spPr>
        <p:txBody>
          <a:bodyPr/>
          <a:lstStyle/>
          <a:p>
            <a:fld id="{AEAA3239-9EA4-4A65-A281-97F994456D9F}" type="slidenum">
              <a:rPr lang="en-US" smtClean="0"/>
              <a:t>‹#›</a:t>
            </a:fld>
            <a:endParaRPr lang="en-US"/>
          </a:p>
        </p:txBody>
      </p:sp>
      <p:grpSp>
        <p:nvGrpSpPr>
          <p:cNvPr id="2" name="Group 1">
            <a:extLst>
              <a:ext uri="{FF2B5EF4-FFF2-40B4-BE49-F238E27FC236}">
                <a16:creationId xmlns:a16="http://schemas.microsoft.com/office/drawing/2014/main" id="{5BD7B2E1-3857-60DC-4A59-90051A146598}"/>
              </a:ext>
            </a:extLst>
          </p:cNvPr>
          <p:cNvGrpSpPr/>
          <p:nvPr userDrawn="1"/>
        </p:nvGrpSpPr>
        <p:grpSpPr>
          <a:xfrm>
            <a:off x="11078040" y="685800"/>
            <a:ext cx="504370" cy="544340"/>
            <a:chOff x="10917026" y="837879"/>
            <a:chExt cx="513774" cy="554490"/>
          </a:xfrm>
        </p:grpSpPr>
        <p:sp>
          <p:nvSpPr>
            <p:cNvPr id="3" name="Graphic 12">
              <a:extLst>
                <a:ext uri="{FF2B5EF4-FFF2-40B4-BE49-F238E27FC236}">
                  <a16:creationId xmlns:a16="http://schemas.microsoft.com/office/drawing/2014/main" id="{695288CE-EA3E-77BC-98EF-17D52D2BB9BD}"/>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4" name="Graphic 13">
              <a:extLst>
                <a:ext uri="{FF2B5EF4-FFF2-40B4-BE49-F238E27FC236}">
                  <a16:creationId xmlns:a16="http://schemas.microsoft.com/office/drawing/2014/main" id="{6906A4B7-5DDC-1476-CFD5-2F5DFFD4BEEE}"/>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5" name="Graphic 15">
              <a:extLst>
                <a:ext uri="{FF2B5EF4-FFF2-40B4-BE49-F238E27FC236}">
                  <a16:creationId xmlns:a16="http://schemas.microsoft.com/office/drawing/2014/main" id="{4375CD8A-A423-E39D-3A64-2E26D3323513}"/>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327898892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BC4ACC2-99B0-1F3B-A860-A276AC3BA2B6}"/>
              </a:ext>
              <a:ext uri="{C183D7F6-B498-43B3-948B-1728B52AA6E4}">
                <adec:decorative xmlns:adec="http://schemas.microsoft.com/office/drawing/2017/decorative" val="1"/>
              </a:ext>
            </a:extLst>
          </p:cNvPr>
          <p:cNvSpPr/>
          <p:nvPr userDrawn="1"/>
        </p:nvSpPr>
        <p:spPr>
          <a:xfrm>
            <a:off x="731520" y="1981200"/>
            <a:ext cx="3886201" cy="40386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E45E18-9DAB-9CF2-B657-5324C899C629}"/>
              </a:ext>
            </a:extLst>
          </p:cNvPr>
          <p:cNvSpPr>
            <a:spLocks noGrp="1"/>
          </p:cNvSpPr>
          <p:nvPr>
            <p:ph type="title"/>
          </p:nvPr>
        </p:nvSpPr>
        <p:spPr>
          <a:xfrm>
            <a:off x="731520" y="731520"/>
            <a:ext cx="10052958" cy="914400"/>
          </a:xfrm>
        </p:spPr>
        <p:txBody>
          <a:bodyPr anchor="b"/>
          <a:lstStyle/>
          <a:p>
            <a:r>
              <a:rPr lang="en-US"/>
              <a:t>Click to edit Master title style</a:t>
            </a:r>
          </a:p>
        </p:txBody>
      </p:sp>
      <p:sp>
        <p:nvSpPr>
          <p:cNvPr id="5" name="Picture Placeholder 19">
            <a:extLst>
              <a:ext uri="{FF2B5EF4-FFF2-40B4-BE49-F238E27FC236}">
                <a16:creationId xmlns:a16="http://schemas.microsoft.com/office/drawing/2014/main" id="{D35D8442-A876-2E6E-6C34-A908E5275D3B}"/>
              </a:ext>
            </a:extLst>
          </p:cNvPr>
          <p:cNvSpPr>
            <a:spLocks noGrp="1"/>
          </p:cNvSpPr>
          <p:nvPr>
            <p:ph type="pic" sz="quarter" idx="19" hasCustomPrompt="1"/>
          </p:nvPr>
        </p:nvSpPr>
        <p:spPr>
          <a:xfrm>
            <a:off x="1035577" y="2287544"/>
            <a:ext cx="3271171" cy="3421283"/>
          </a:xfrm>
          <a:blipFill>
            <a:blip r:embed="rId2">
              <a:alphaModFix amt="60000"/>
            </a:blip>
            <a:stretch>
              <a:fillRect/>
            </a:stretch>
          </a:blipFill>
        </p:spPr>
        <p:txBody>
          <a:bodyPr/>
          <a:lstStyle>
            <a:lvl1pPr marL="0" indent="0">
              <a:buNone/>
              <a:defRPr/>
            </a:lvl1pPr>
          </a:lstStyle>
          <a:p>
            <a:r>
              <a:rPr lang="en-US"/>
              <a:t>  </a:t>
            </a:r>
          </a:p>
        </p:txBody>
      </p:sp>
      <p:sp>
        <p:nvSpPr>
          <p:cNvPr id="7" name="Content Placeholder 7">
            <a:extLst>
              <a:ext uri="{FF2B5EF4-FFF2-40B4-BE49-F238E27FC236}">
                <a16:creationId xmlns:a16="http://schemas.microsoft.com/office/drawing/2014/main" id="{A9D57380-62F0-CA50-72F1-70F9C63059CD}"/>
              </a:ext>
            </a:extLst>
          </p:cNvPr>
          <p:cNvSpPr>
            <a:spLocks noGrp="1"/>
          </p:cNvSpPr>
          <p:nvPr>
            <p:ph sz="quarter" idx="18"/>
          </p:nvPr>
        </p:nvSpPr>
        <p:spPr>
          <a:xfrm>
            <a:off x="5067946" y="1981200"/>
            <a:ext cx="6514464" cy="4038600"/>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731520" y="6343955"/>
            <a:ext cx="2144113" cy="365125"/>
          </a:xfrm>
        </p:spPr>
        <p:txBody>
          <a:bodyPr/>
          <a:lstStyle/>
          <a:p>
            <a:r>
              <a:rPr lang="en-US"/>
              <a:t>Sample Footer Text</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713485" y="6343955"/>
            <a:ext cx="1449697" cy="365125"/>
          </a:xfrm>
        </p:spPr>
        <p:txBody>
          <a:bodyPr/>
          <a:lstStyle/>
          <a:p>
            <a:fld id="{3390AD02-C8DF-4FB3-89C8-8C8B1F633346}" type="datetime1">
              <a:rPr lang="en-US" smtClean="0"/>
              <a:t>12/4/25</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40030" y="6345299"/>
            <a:ext cx="443060" cy="365125"/>
          </a:xfrm>
        </p:spPr>
        <p:txBody>
          <a:bodyPr/>
          <a:lstStyle/>
          <a:p>
            <a:fld id="{AEAA3239-9EA4-4A65-A281-97F994456D9F}" type="slidenum">
              <a:rPr lang="en-US" smtClean="0"/>
              <a:t>‹#›</a:t>
            </a:fld>
            <a:endParaRPr lang="en-US"/>
          </a:p>
        </p:txBody>
      </p:sp>
      <p:grpSp>
        <p:nvGrpSpPr>
          <p:cNvPr id="6" name="Group 5">
            <a:extLst>
              <a:ext uri="{FF2B5EF4-FFF2-40B4-BE49-F238E27FC236}">
                <a16:creationId xmlns:a16="http://schemas.microsoft.com/office/drawing/2014/main" id="{4E876AF3-4EB4-DB55-DCD5-BF7F500F7A1A}"/>
              </a:ext>
            </a:extLst>
          </p:cNvPr>
          <p:cNvGrpSpPr/>
          <p:nvPr userDrawn="1"/>
        </p:nvGrpSpPr>
        <p:grpSpPr>
          <a:xfrm>
            <a:off x="11078040" y="685800"/>
            <a:ext cx="504370" cy="544340"/>
            <a:chOff x="10917026" y="837879"/>
            <a:chExt cx="513774" cy="554490"/>
          </a:xfrm>
        </p:grpSpPr>
        <p:sp>
          <p:nvSpPr>
            <p:cNvPr id="11" name="Graphic 12">
              <a:extLst>
                <a:ext uri="{FF2B5EF4-FFF2-40B4-BE49-F238E27FC236}">
                  <a16:creationId xmlns:a16="http://schemas.microsoft.com/office/drawing/2014/main" id="{7976E1F5-5464-2BED-270F-9D41FEB4335C}"/>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3" name="Graphic 13">
              <a:extLst>
                <a:ext uri="{FF2B5EF4-FFF2-40B4-BE49-F238E27FC236}">
                  <a16:creationId xmlns:a16="http://schemas.microsoft.com/office/drawing/2014/main" id="{0C5BA99F-A0E7-3B3D-0101-ACF25982A9B1}"/>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4" name="Graphic 15">
              <a:extLst>
                <a:ext uri="{FF2B5EF4-FFF2-40B4-BE49-F238E27FC236}">
                  <a16:creationId xmlns:a16="http://schemas.microsoft.com/office/drawing/2014/main" id="{74768B81-6390-1D8D-30C6-A02C5D3B4E00}"/>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1154042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7">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4928304-D2B2-2E6B-A219-CF790EF05ABC}"/>
              </a:ext>
              <a:ext uri="{C183D7F6-B498-43B3-948B-1728B52AA6E4}">
                <adec:decorative xmlns:adec="http://schemas.microsoft.com/office/drawing/2017/decorative" val="1"/>
              </a:ext>
            </a:extLst>
          </p:cNvPr>
          <p:cNvSpPr/>
          <p:nvPr userDrawn="1"/>
        </p:nvSpPr>
        <p:spPr>
          <a:xfrm>
            <a:off x="731520" y="2971800"/>
            <a:ext cx="3156997" cy="32004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731520"/>
            <a:ext cx="3657600" cy="2011680"/>
          </a:xfrm>
        </p:spPr>
        <p:txBody>
          <a:bodyPr anchor="t">
            <a:noAutofit/>
          </a:bodyPr>
          <a:lstStyle>
            <a:lvl1pPr>
              <a:defRPr sz="4000"/>
            </a:lvl1pPr>
          </a:lstStyle>
          <a:p>
            <a:r>
              <a:rPr lang="en-US"/>
              <a:t>Click to edit Master title style</a:t>
            </a:r>
          </a:p>
        </p:txBody>
      </p:sp>
      <p:sp>
        <p:nvSpPr>
          <p:cNvPr id="28" name="Picture Placeholder 19">
            <a:extLst>
              <a:ext uri="{FF2B5EF4-FFF2-40B4-BE49-F238E27FC236}">
                <a16:creationId xmlns:a16="http://schemas.microsoft.com/office/drawing/2014/main" id="{E504D1B2-3F51-3841-0D11-F459E8E40217}"/>
              </a:ext>
            </a:extLst>
          </p:cNvPr>
          <p:cNvSpPr>
            <a:spLocks noGrp="1"/>
          </p:cNvSpPr>
          <p:nvPr>
            <p:ph type="pic" sz="quarter" idx="19" hasCustomPrompt="1"/>
          </p:nvPr>
        </p:nvSpPr>
        <p:spPr>
          <a:xfrm>
            <a:off x="1038623" y="3273552"/>
            <a:ext cx="2542791" cy="2596896"/>
          </a:xfrm>
          <a:blipFill>
            <a:blip r:embed="rId2">
              <a:alphaModFix amt="6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846320" y="731520"/>
            <a:ext cx="5920354" cy="5171831"/>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CC8FB4D-92F2-4C28-8BFC-2AE0229C3E9A}" type="datetime1">
              <a:rPr lang="en-US" smtClean="0"/>
              <a:t>12/4/25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640080" y="6343955"/>
            <a:ext cx="609600" cy="365125"/>
          </a:xfrm>
        </p:spPr>
        <p:txBody>
          <a:bodyPr/>
          <a:lstStyle/>
          <a:p>
            <a:fld id="{AEAA3239-9EA4-4A65-A281-97F994456D9F}" type="slidenum">
              <a:rPr lang="en-US" smtClean="0"/>
              <a:t>‹#›</a:t>
            </a:fld>
            <a:endParaRPr lang="en-US"/>
          </a:p>
        </p:txBody>
      </p:sp>
      <p:grpSp>
        <p:nvGrpSpPr>
          <p:cNvPr id="3" name="Group 2">
            <a:extLst>
              <a:ext uri="{FF2B5EF4-FFF2-40B4-BE49-F238E27FC236}">
                <a16:creationId xmlns:a16="http://schemas.microsoft.com/office/drawing/2014/main" id="{A9E75FBA-88FB-03F4-1243-316EE4C6F7EF}"/>
              </a:ext>
            </a:extLst>
          </p:cNvPr>
          <p:cNvGrpSpPr/>
          <p:nvPr userDrawn="1"/>
        </p:nvGrpSpPr>
        <p:grpSpPr>
          <a:xfrm>
            <a:off x="11078040" y="685800"/>
            <a:ext cx="504370" cy="544340"/>
            <a:chOff x="10917026" y="837879"/>
            <a:chExt cx="513774" cy="554490"/>
          </a:xfrm>
        </p:grpSpPr>
        <p:sp>
          <p:nvSpPr>
            <p:cNvPr id="4" name="Graphic 12">
              <a:extLst>
                <a:ext uri="{FF2B5EF4-FFF2-40B4-BE49-F238E27FC236}">
                  <a16:creationId xmlns:a16="http://schemas.microsoft.com/office/drawing/2014/main" id="{4633B59F-A812-F1E3-DE81-49A992D33D05}"/>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9" name="Graphic 13">
              <a:extLst>
                <a:ext uri="{FF2B5EF4-FFF2-40B4-BE49-F238E27FC236}">
                  <a16:creationId xmlns:a16="http://schemas.microsoft.com/office/drawing/2014/main" id="{4E19E8B0-11E2-25D6-3241-83A9EA89CA07}"/>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0" name="Graphic 15">
              <a:extLst>
                <a:ext uri="{FF2B5EF4-FFF2-40B4-BE49-F238E27FC236}">
                  <a16:creationId xmlns:a16="http://schemas.microsoft.com/office/drawing/2014/main" id="{66818F55-5EF2-00D8-E335-4ABF098634C5}"/>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137628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8">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E9374DB-8F12-D8B8-C1CC-B5FC4BEB4ACE}"/>
              </a:ext>
              <a:ext uri="{C183D7F6-B498-43B3-948B-1728B52AA6E4}">
                <adec:decorative xmlns:adec="http://schemas.microsoft.com/office/drawing/2017/decorative" val="1"/>
              </a:ext>
            </a:extLst>
          </p:cNvPr>
          <p:cNvSpPr/>
          <p:nvPr userDrawn="1"/>
        </p:nvSpPr>
        <p:spPr>
          <a:xfrm>
            <a:off x="731520" y="2971800"/>
            <a:ext cx="3156997" cy="3200400"/>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F0522131-79E0-C17E-CCFA-D78F4E6FB6C0}"/>
              </a:ext>
            </a:extLst>
          </p:cNvPr>
          <p:cNvSpPr>
            <a:spLocks noGrp="1"/>
          </p:cNvSpPr>
          <p:nvPr>
            <p:ph type="title"/>
          </p:nvPr>
        </p:nvSpPr>
        <p:spPr>
          <a:xfrm>
            <a:off x="731520" y="731520"/>
            <a:ext cx="3291840" cy="2011680"/>
          </a:xfrm>
        </p:spPr>
        <p:txBody>
          <a:bodyPr anchor="t">
            <a:noAutofit/>
          </a:bodyPr>
          <a:lstStyle>
            <a:lvl1pPr>
              <a:defRPr sz="4000"/>
            </a:lvl1pPr>
          </a:lstStyle>
          <a:p>
            <a:r>
              <a:rPr lang="en-US"/>
              <a:t>Click to edit Master title style</a:t>
            </a:r>
          </a:p>
        </p:txBody>
      </p:sp>
      <p:sp>
        <p:nvSpPr>
          <p:cNvPr id="10" name="Picture Placeholder 19">
            <a:extLst>
              <a:ext uri="{FF2B5EF4-FFF2-40B4-BE49-F238E27FC236}">
                <a16:creationId xmlns:a16="http://schemas.microsoft.com/office/drawing/2014/main" id="{D91E3E03-2294-1142-CBC9-19ADB9DA9CCF}"/>
              </a:ext>
            </a:extLst>
          </p:cNvPr>
          <p:cNvSpPr>
            <a:spLocks noGrp="1"/>
          </p:cNvSpPr>
          <p:nvPr>
            <p:ph type="pic" sz="quarter" idx="19" hasCustomPrompt="1"/>
          </p:nvPr>
        </p:nvSpPr>
        <p:spPr>
          <a:xfrm>
            <a:off x="1038623" y="3275858"/>
            <a:ext cx="2542791" cy="2585369"/>
          </a:xfrm>
          <a:blipFill>
            <a:blip r:embed="rId2">
              <a:alphaModFix amt="60000"/>
            </a:blip>
            <a:stretch>
              <a:fillRect/>
            </a:stretch>
          </a:blipFill>
        </p:spPr>
        <p:txBody>
          <a:bodyPr/>
          <a:lstStyle>
            <a:lvl1pPr marL="0" indent="0">
              <a:buNone/>
              <a:defRPr/>
            </a:lvl1pPr>
          </a:lstStyle>
          <a:p>
            <a:r>
              <a:rPr lang="en-US"/>
              <a:t>  </a:t>
            </a:r>
          </a:p>
        </p:txBody>
      </p:sp>
      <p:sp>
        <p:nvSpPr>
          <p:cNvPr id="4" name="Content Placeholder 7">
            <a:extLst>
              <a:ext uri="{FF2B5EF4-FFF2-40B4-BE49-F238E27FC236}">
                <a16:creationId xmlns:a16="http://schemas.microsoft.com/office/drawing/2014/main" id="{FB2F5EF0-4CB2-ABCF-4734-F972D94E730D}"/>
              </a:ext>
            </a:extLst>
          </p:cNvPr>
          <p:cNvSpPr>
            <a:spLocks noGrp="1"/>
          </p:cNvSpPr>
          <p:nvPr>
            <p:ph sz="quarter" idx="14"/>
          </p:nvPr>
        </p:nvSpPr>
        <p:spPr>
          <a:xfrm>
            <a:off x="4297680" y="731520"/>
            <a:ext cx="6400800" cy="5394960"/>
          </a:xfrm>
        </p:spPr>
        <p:txBody>
          <a:bodyPr>
            <a:no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31520" y="6343955"/>
            <a:ext cx="2805405" cy="365125"/>
          </a:xfrm>
        </p:spPr>
        <p:txBody>
          <a:body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B708C30-1428-4C16-AD49-DE42CFEA37BF}" type="datetime1">
              <a:rPr lang="en-US" smtClean="0"/>
              <a:t>12/4/25</a:t>
            </a:fld>
            <a:endParaRPr lang="en-US"/>
          </a:p>
        </p:txBody>
      </p:sp>
      <p:grpSp>
        <p:nvGrpSpPr>
          <p:cNvPr id="2" name="Group 1">
            <a:extLst>
              <a:ext uri="{FF2B5EF4-FFF2-40B4-BE49-F238E27FC236}">
                <a16:creationId xmlns:a16="http://schemas.microsoft.com/office/drawing/2014/main" id="{26A5EF8B-3650-88BF-728C-75E1343A7D66}"/>
              </a:ext>
            </a:extLst>
          </p:cNvPr>
          <p:cNvGrpSpPr/>
          <p:nvPr userDrawn="1"/>
        </p:nvGrpSpPr>
        <p:grpSpPr>
          <a:xfrm>
            <a:off x="11078040" y="685800"/>
            <a:ext cx="504370" cy="544340"/>
            <a:chOff x="10917026" y="837879"/>
            <a:chExt cx="513774" cy="554490"/>
          </a:xfrm>
        </p:grpSpPr>
        <p:sp>
          <p:nvSpPr>
            <p:cNvPr id="7" name="Graphic 12">
              <a:extLst>
                <a:ext uri="{FF2B5EF4-FFF2-40B4-BE49-F238E27FC236}">
                  <a16:creationId xmlns:a16="http://schemas.microsoft.com/office/drawing/2014/main" id="{0650E00D-2B97-2951-E525-5C408042C949}"/>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8" name="Graphic 13">
              <a:extLst>
                <a:ext uri="{FF2B5EF4-FFF2-40B4-BE49-F238E27FC236}">
                  <a16:creationId xmlns:a16="http://schemas.microsoft.com/office/drawing/2014/main" id="{4568B02E-A861-8E97-BBA7-D143F855E9CF}"/>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1" name="Graphic 15">
              <a:extLst>
                <a:ext uri="{FF2B5EF4-FFF2-40B4-BE49-F238E27FC236}">
                  <a16:creationId xmlns:a16="http://schemas.microsoft.com/office/drawing/2014/main" id="{1598D9DA-CC25-158F-433E-9040A87AD8E4}"/>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301685367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Number Large">
    <p:bg>
      <p:bgPr>
        <a:gradFill>
          <a:gsLst>
            <a:gs pos="100000">
              <a:schemeClr val="accent4"/>
            </a:gs>
            <a:gs pos="0">
              <a:schemeClr val="accent2"/>
            </a:gs>
          </a:gsLst>
          <a:lin ang="8100000" scaled="1"/>
        </a:gra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DD604AC-3FBD-6731-AE34-6D289E239C65}"/>
              </a:ext>
            </a:extLst>
          </p:cNvPr>
          <p:cNvGrpSpPr/>
          <p:nvPr userDrawn="1"/>
        </p:nvGrpSpPr>
        <p:grpSpPr>
          <a:xfrm>
            <a:off x="11078040" y="685800"/>
            <a:ext cx="504370" cy="544340"/>
            <a:chOff x="10917026" y="837879"/>
            <a:chExt cx="513774" cy="554490"/>
          </a:xfrm>
        </p:grpSpPr>
        <p:sp>
          <p:nvSpPr>
            <p:cNvPr id="12" name="Graphic 12">
              <a:extLst>
                <a:ext uri="{FF2B5EF4-FFF2-40B4-BE49-F238E27FC236}">
                  <a16:creationId xmlns:a16="http://schemas.microsoft.com/office/drawing/2014/main" id="{4E8E790D-7A40-6A1E-4361-51129BCDCB52}"/>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tx1"/>
            </a:solidFill>
            <a:ln w="422" cap="flat">
              <a:noFill/>
              <a:prstDash val="solid"/>
              <a:miter/>
            </a:ln>
          </p:spPr>
          <p:txBody>
            <a:bodyPr rtlCol="0" anchor="ctr"/>
            <a:lstStyle/>
            <a:p>
              <a:endParaRPr lang="en-US">
                <a:solidFill>
                  <a:schemeClr val="bg1"/>
                </a:solidFill>
              </a:endParaRPr>
            </a:p>
          </p:txBody>
        </p:sp>
        <p:sp>
          <p:nvSpPr>
            <p:cNvPr id="13" name="Graphic 13">
              <a:extLst>
                <a:ext uri="{FF2B5EF4-FFF2-40B4-BE49-F238E27FC236}">
                  <a16:creationId xmlns:a16="http://schemas.microsoft.com/office/drawing/2014/main" id="{F96E21DE-06BB-B547-2FBA-F5E2B9A67B92}"/>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tx1"/>
            </a:solidFill>
            <a:ln w="603" cap="flat">
              <a:noFill/>
              <a:prstDash val="solid"/>
              <a:miter/>
            </a:ln>
          </p:spPr>
          <p:txBody>
            <a:bodyPr rtlCol="0" anchor="ctr"/>
            <a:lstStyle/>
            <a:p>
              <a:endParaRPr lang="en-US">
                <a:solidFill>
                  <a:schemeClr val="bg1"/>
                </a:solidFill>
              </a:endParaRPr>
            </a:p>
          </p:txBody>
        </p:sp>
        <p:sp>
          <p:nvSpPr>
            <p:cNvPr id="14" name="Graphic 15">
              <a:extLst>
                <a:ext uri="{FF2B5EF4-FFF2-40B4-BE49-F238E27FC236}">
                  <a16:creationId xmlns:a16="http://schemas.microsoft.com/office/drawing/2014/main" id="{1297FD5C-A48F-F611-55DE-E5A576DA082B}"/>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tx1"/>
            </a:solidFill>
            <a:ln w="610" cap="flat">
              <a:noFill/>
              <a:prstDash val="solid"/>
              <a:miter/>
            </a:ln>
          </p:spPr>
          <p:txBody>
            <a:bodyPr rtlCol="0" anchor="ctr"/>
            <a:lstStyle/>
            <a:p>
              <a:endParaRPr lang="en-US">
                <a:solidFill>
                  <a:schemeClr val="bg1"/>
                </a:solidFill>
              </a:endParaRPr>
            </a:p>
          </p:txBody>
        </p:sp>
      </p:grpSp>
      <p:sp>
        <p:nvSpPr>
          <p:cNvPr id="8" name="Title 7">
            <a:extLst>
              <a:ext uri="{FF2B5EF4-FFF2-40B4-BE49-F238E27FC236}">
                <a16:creationId xmlns:a16="http://schemas.microsoft.com/office/drawing/2014/main" id="{DBDF905D-8CE4-3494-D7B6-24047D9C1D3D}"/>
              </a:ext>
            </a:extLst>
          </p:cNvPr>
          <p:cNvSpPr>
            <a:spLocks noGrp="1"/>
          </p:cNvSpPr>
          <p:nvPr>
            <p:ph type="title"/>
          </p:nvPr>
        </p:nvSpPr>
        <p:spPr>
          <a:xfrm>
            <a:off x="640080" y="5029199"/>
            <a:ext cx="10027919" cy="914400"/>
          </a:xfrm>
        </p:spPr>
        <p:txBody>
          <a:bodyPr anchor="t">
            <a:normAutofit/>
          </a:bodyPr>
          <a:lstStyle>
            <a:lvl1pPr>
              <a:lnSpc>
                <a:spcPct val="100000"/>
              </a:lnSpc>
              <a:defRPr sz="2000" b="0" cap="none" baseline="0"/>
            </a:lvl1pPr>
          </a:lstStyle>
          <a:p>
            <a:r>
              <a:rPr lang="en-US"/>
              <a:t>Click to edit Master title style</a:t>
            </a:r>
          </a:p>
        </p:txBody>
      </p:sp>
      <p:sp>
        <p:nvSpPr>
          <p:cNvPr id="16" name="Content Placeholder 15">
            <a:extLst>
              <a:ext uri="{FF2B5EF4-FFF2-40B4-BE49-F238E27FC236}">
                <a16:creationId xmlns:a16="http://schemas.microsoft.com/office/drawing/2014/main" id="{02010402-BDF6-6CA5-1C1B-A6560DBF357C}"/>
              </a:ext>
            </a:extLst>
          </p:cNvPr>
          <p:cNvSpPr>
            <a:spLocks noGrp="1"/>
          </p:cNvSpPr>
          <p:nvPr>
            <p:ph sz="quarter" idx="14" hasCustomPrompt="1"/>
          </p:nvPr>
        </p:nvSpPr>
        <p:spPr>
          <a:xfrm>
            <a:off x="639763" y="685800"/>
            <a:ext cx="10028237" cy="4333875"/>
          </a:xfrm>
        </p:spPr>
        <p:txBody>
          <a:bodyPr anchor="b">
            <a:normAutofit/>
          </a:bodyPr>
          <a:lstStyle>
            <a:lvl1pPr marL="0" indent="0">
              <a:lnSpc>
                <a:spcPct val="90000"/>
              </a:lnSpc>
              <a:buNone/>
              <a:defRPr sz="27000"/>
            </a:lvl1pPr>
          </a:lstStyle>
          <a:p>
            <a:pPr lvl="0"/>
            <a:r>
              <a:rPr lang="en-US"/>
              <a:t>##%</a:t>
            </a:r>
          </a:p>
        </p:txBody>
      </p:sp>
      <p:sp>
        <p:nvSpPr>
          <p:cNvPr id="6" name="Slide Number Placeholder 4">
            <a:extLst>
              <a:ext uri="{FF2B5EF4-FFF2-40B4-BE49-F238E27FC236}">
                <a16:creationId xmlns:a16="http://schemas.microsoft.com/office/drawing/2014/main" id="{B18DB5CD-C13F-D271-BB13-A402CA9A935D}"/>
              </a:ext>
            </a:extLst>
          </p:cNvPr>
          <p:cNvSpPr>
            <a:spLocks noGrp="1"/>
          </p:cNvSpPr>
          <p:nvPr>
            <p:ph type="sldNum" sz="quarter" idx="12"/>
          </p:nvPr>
        </p:nvSpPr>
        <p:spPr>
          <a:xfrm>
            <a:off x="640080" y="6343955"/>
            <a:ext cx="609600" cy="365125"/>
          </a:xfrm>
        </p:spPr>
        <p:txBody>
          <a:bodyPr/>
          <a:lstStyle>
            <a:lvl1pPr>
              <a:defRPr>
                <a:solidFill>
                  <a:schemeClr val="tx1"/>
                </a:solidFill>
              </a:defRPr>
            </a:lvl1pPr>
          </a:lstStyle>
          <a:p>
            <a:fld id="{AEAA3239-9EA4-4A65-A281-97F994456D9F}" type="slidenum">
              <a:rPr lang="en-US" smtClean="0"/>
              <a:pPr/>
              <a:t>‹#›</a:t>
            </a:fld>
            <a:endParaRPr lang="en-US"/>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DCE8854E-90F8-4761-A9B8-18B1C5A3D25C}" type="datetime1">
              <a:rPr lang="en-US" smtClean="0"/>
              <a:t>12/4/25</a:t>
            </a:fld>
            <a:endParaRPr lang="en-US"/>
          </a:p>
        </p:txBody>
      </p:sp>
    </p:spTree>
    <p:extLst>
      <p:ext uri="{BB962C8B-B14F-4D97-AF65-F5344CB8AC3E}">
        <p14:creationId xmlns:p14="http://schemas.microsoft.com/office/powerpoint/2010/main" val="1685134562"/>
      </p:ext>
    </p:extLst>
  </p:cSld>
  <p:clrMapOvr>
    <a:overrideClrMapping bg1="dk1" tx1="lt1" bg2="dk2" tx2="lt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2">
    <p:bg>
      <p:bgPr>
        <a:gradFill>
          <a:gsLst>
            <a:gs pos="100000">
              <a:schemeClr val="accent4"/>
            </a:gs>
            <a:gs pos="0">
              <a:schemeClr val="accent2"/>
            </a:gs>
          </a:gsLst>
          <a:lin ang="8100000" scaled="1"/>
        </a:gradFill>
        <a:effectLst/>
      </p:bgPr>
    </p:bg>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8A2A0A59-5884-D48B-41E8-8AE859CFAA50}"/>
              </a:ext>
            </a:extLst>
          </p:cNvPr>
          <p:cNvSpPr>
            <a:spLocks noGrp="1"/>
          </p:cNvSpPr>
          <p:nvPr>
            <p:ph type="title"/>
          </p:nvPr>
        </p:nvSpPr>
        <p:spPr>
          <a:xfrm>
            <a:off x="640080" y="5029200"/>
            <a:ext cx="10942316" cy="914399"/>
          </a:xfrm>
        </p:spPr>
        <p:txBody>
          <a:bodyPr anchor="t">
            <a:normAutofit/>
          </a:bodyPr>
          <a:lstStyle>
            <a:lvl1pPr algn="ctr">
              <a:lnSpc>
                <a:spcPct val="110000"/>
              </a:lnSpc>
              <a:defRPr sz="2000" b="0" i="0" cap="none" baseline="0">
                <a:solidFill>
                  <a:schemeClr val="bg2"/>
                </a:solidFill>
                <a:latin typeface="+mj-lt"/>
              </a:defRPr>
            </a:lvl1pPr>
          </a:lstStyle>
          <a:p>
            <a:r>
              <a:rPr lang="en-US"/>
              <a:t>Click to edit Master title style</a:t>
            </a:r>
          </a:p>
        </p:txBody>
      </p:sp>
      <p:sp>
        <p:nvSpPr>
          <p:cNvPr id="24" name="Content Placeholder 6">
            <a:extLst>
              <a:ext uri="{FF2B5EF4-FFF2-40B4-BE49-F238E27FC236}">
                <a16:creationId xmlns:a16="http://schemas.microsoft.com/office/drawing/2014/main" id="{619E7EC3-46E7-3676-3EDE-10D13AB58521}"/>
              </a:ext>
            </a:extLst>
          </p:cNvPr>
          <p:cNvSpPr>
            <a:spLocks noGrp="1"/>
          </p:cNvSpPr>
          <p:nvPr>
            <p:ph sz="quarter" idx="13" hasCustomPrompt="1"/>
          </p:nvPr>
        </p:nvSpPr>
        <p:spPr>
          <a:xfrm>
            <a:off x="640080" y="685801"/>
            <a:ext cx="10942319" cy="4334434"/>
          </a:xfrm>
        </p:spPr>
        <p:txBody>
          <a:bodyPr anchor="b">
            <a:normAutofit/>
          </a:bodyPr>
          <a:lstStyle>
            <a:lvl1pPr marL="0" indent="0" algn="ctr">
              <a:lnSpc>
                <a:spcPct val="90000"/>
              </a:lnSpc>
              <a:buNone/>
              <a:defRPr sz="27000" b="0" i="0">
                <a:solidFill>
                  <a:schemeClr val="bg2"/>
                </a:solidFill>
                <a:latin typeface="+mn-lt"/>
              </a:defRPr>
            </a:lvl1pPr>
          </a:lstStyle>
          <a:p>
            <a:pPr lvl="0"/>
            <a:r>
              <a:rPr lang="en-US"/>
              <a:t>##%</a:t>
            </a:r>
          </a:p>
        </p:txBody>
      </p:sp>
      <p:sp>
        <p:nvSpPr>
          <p:cNvPr id="3" name="Slide Number Placeholder 4">
            <a:extLst>
              <a:ext uri="{FF2B5EF4-FFF2-40B4-BE49-F238E27FC236}">
                <a16:creationId xmlns:a16="http://schemas.microsoft.com/office/drawing/2014/main" id="{08B41E50-17C4-7CBB-61F3-6C6135898BCB}"/>
              </a:ext>
            </a:extLst>
          </p:cNvPr>
          <p:cNvSpPr>
            <a:spLocks noGrp="1"/>
          </p:cNvSpPr>
          <p:nvPr>
            <p:ph type="sldNum" sz="quarter" idx="12"/>
          </p:nvPr>
        </p:nvSpPr>
        <p:spPr>
          <a:xfrm>
            <a:off x="640080" y="6343955"/>
            <a:ext cx="609600" cy="365125"/>
          </a:xfrm>
        </p:spPr>
        <p:txBody>
          <a:bodyPr/>
          <a:lstStyle>
            <a:lvl1pPr>
              <a:defRPr>
                <a:solidFill>
                  <a:schemeClr val="bg1"/>
                </a:solidFill>
              </a:defRPr>
            </a:lvl1pPr>
          </a:lstStyle>
          <a:p>
            <a:fld id="{AEAA3239-9EA4-4A65-A281-97F994456D9F}" type="slidenum">
              <a:rPr lang="en-US" smtClean="0"/>
              <a:pPr/>
              <a:t>‹#›</a:t>
            </a:fld>
            <a:endParaRPr lang="en-US"/>
          </a:p>
        </p:txBody>
      </p:sp>
      <p:sp>
        <p:nvSpPr>
          <p:cNvPr id="10" name="Footer Placeholder 3">
            <a:extLst>
              <a:ext uri="{FF2B5EF4-FFF2-40B4-BE49-F238E27FC236}">
                <a16:creationId xmlns:a16="http://schemas.microsoft.com/office/drawing/2014/main" id="{10DC6949-94CC-3B80-B7C3-0BAF2195198D}"/>
              </a:ext>
            </a:extLst>
          </p:cNvPr>
          <p:cNvSpPr>
            <a:spLocks noGrp="1"/>
          </p:cNvSpPr>
          <p:nvPr>
            <p:ph type="ftr" sz="quarter" idx="11"/>
          </p:nvPr>
        </p:nvSpPr>
        <p:spPr>
          <a:xfrm>
            <a:off x="1524000" y="6343955"/>
            <a:ext cx="2805405" cy="365125"/>
          </a:xfrm>
        </p:spPr>
        <p:txBody>
          <a:bodyPr/>
          <a:lstStyle>
            <a:lvl1pPr>
              <a:defRPr>
                <a:solidFill>
                  <a:schemeClr val="bg1"/>
                </a:solidFill>
              </a:defRPr>
            </a:lvl1pPr>
          </a:lstStyle>
          <a:p>
            <a:r>
              <a:rPr lang="en-US"/>
              <a:t>Sample Footer Text</a:t>
            </a:r>
          </a:p>
        </p:txBody>
      </p:sp>
      <p:sp>
        <p:nvSpPr>
          <p:cNvPr id="9" name="Date Placeholder 2">
            <a:extLst>
              <a:ext uri="{FF2B5EF4-FFF2-40B4-BE49-F238E27FC236}">
                <a16:creationId xmlns:a16="http://schemas.microsoft.com/office/drawing/2014/main" id="{CB36698A-C952-28A6-1E24-016F9C0D20BE}"/>
              </a:ext>
            </a:extLst>
          </p:cNvPr>
          <p:cNvSpPr>
            <a:spLocks noGrp="1"/>
          </p:cNvSpPr>
          <p:nvPr>
            <p:ph type="dt" sz="half" idx="10"/>
          </p:nvPr>
        </p:nvSpPr>
        <p:spPr>
          <a:xfrm>
            <a:off x="9379756" y="6343955"/>
            <a:ext cx="2202644" cy="365125"/>
          </a:xfrm>
        </p:spPr>
        <p:txBody>
          <a:bodyPr/>
          <a:lstStyle>
            <a:lvl1pPr>
              <a:defRPr>
                <a:solidFill>
                  <a:schemeClr val="bg1"/>
                </a:solidFill>
              </a:defRPr>
            </a:lvl1pPr>
          </a:lstStyle>
          <a:p>
            <a:fld id="{DCE8854E-90F8-4761-A9B8-18B1C5A3D25C}" type="datetime1">
              <a:rPr lang="en-US" smtClean="0"/>
              <a:pPr/>
              <a:t>12/4/25</a:t>
            </a:fld>
            <a:endParaRPr lang="en-US"/>
          </a:p>
        </p:txBody>
      </p:sp>
    </p:spTree>
    <p:extLst>
      <p:ext uri="{BB962C8B-B14F-4D97-AF65-F5344CB8AC3E}">
        <p14:creationId xmlns:p14="http://schemas.microsoft.com/office/powerpoint/2010/main" val="339193353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066800" y="5039139"/>
            <a:ext cx="10058400" cy="914400"/>
          </a:xfrm>
        </p:spPr>
        <p:txBody>
          <a:bodyPr anchor="t">
            <a:normAutofit/>
          </a:bodyPr>
          <a:lstStyle>
            <a:lvl1pPr algn="ctr">
              <a:lnSpc>
                <a:spcPct val="110000"/>
              </a:lnSpc>
              <a:defRPr sz="2000" b="1" i="0" cap="all" baseline="0">
                <a:solidFill>
                  <a:schemeClr val="accent2"/>
                </a:solidFill>
                <a:latin typeface="+mj-lt"/>
              </a:defRPr>
            </a:lvl1pPr>
          </a:lstStyle>
          <a:p>
            <a:r>
              <a:rPr lang="en-US"/>
              <a:t>Click to edit Master title style</a:t>
            </a:r>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066800" y="685801"/>
            <a:ext cx="10058400" cy="4334434"/>
          </a:xfrm>
        </p:spPr>
        <p:txBody>
          <a:bodyPr anchor="b">
            <a:normAutofit/>
          </a:bodyPr>
          <a:lstStyle>
            <a:lvl1pPr marL="0" indent="0" algn="ctr">
              <a:lnSpc>
                <a:spcPct val="90000"/>
              </a:lnSpc>
              <a:buNone/>
              <a:defRPr sz="27000" b="0" i="0">
                <a:solidFill>
                  <a:schemeClr val="tx2"/>
                </a:solidFill>
                <a:latin typeface="+mn-lt"/>
              </a:defRPr>
            </a:lvl1pPr>
          </a:lstStyle>
          <a:p>
            <a:pPr lvl="0"/>
            <a:r>
              <a:rPr lang="en-US"/>
              <a:t>##%</a:t>
            </a:r>
          </a:p>
        </p:txBody>
      </p:sp>
      <p:sp>
        <p:nvSpPr>
          <p:cNvPr id="6" name="Slide Number Placeholder 4">
            <a:extLst>
              <a:ext uri="{FF2B5EF4-FFF2-40B4-BE49-F238E27FC236}">
                <a16:creationId xmlns:a16="http://schemas.microsoft.com/office/drawing/2014/main" id="{796391C3-4992-238E-DA26-2E9782D8922A}"/>
              </a:ext>
            </a:extLst>
          </p:cNvPr>
          <p:cNvSpPr>
            <a:spLocks noGrp="1"/>
          </p:cNvSpPr>
          <p:nvPr>
            <p:ph type="sldNum" sz="quarter" idx="12"/>
          </p:nvPr>
        </p:nvSpPr>
        <p:spPr>
          <a:xfrm>
            <a:off x="640080" y="6343955"/>
            <a:ext cx="609600" cy="365125"/>
          </a:xfrm>
        </p:spPr>
        <p:txBody>
          <a:bodyPr/>
          <a:lstStyle>
            <a:lvl1pPr>
              <a:defRPr>
                <a:solidFill>
                  <a:schemeClr val="accent2"/>
                </a:solidFill>
              </a:defRPr>
            </a:lvl1pPr>
          </a:lstStyle>
          <a:p>
            <a:fld id="{AEAA3239-9EA4-4A65-A281-97F994456D9F}" type="slidenum">
              <a:rPr lang="en-US" smtClean="0"/>
              <a:pPr/>
              <a:t>‹#›</a:t>
            </a:fld>
            <a:endParaRPr lang="en-US"/>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1F35E9FA-D749-4B0D-A60E-CFC9630D3818}" type="datetime1">
              <a:rPr lang="en-US" smtClean="0"/>
              <a:t>12/4/25</a:t>
            </a:fld>
            <a:endParaRPr lang="en-US"/>
          </a:p>
        </p:txBody>
      </p:sp>
    </p:spTree>
    <p:extLst>
      <p:ext uri="{BB962C8B-B14F-4D97-AF65-F5344CB8AC3E}">
        <p14:creationId xmlns:p14="http://schemas.microsoft.com/office/powerpoint/2010/main" val="255432947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Statement">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1"/>
                </a:solidFill>
              </a:defRPr>
            </a:lvl1pPr>
          </a:lstStyle>
          <a:p>
            <a:r>
              <a:rPr lang="en-US"/>
              <a:t>Click to edit Master title style</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AEAA3239-9EA4-4A65-A281-97F994456D9F}" type="slidenum">
              <a:rPr lang="en-US" smtClean="0"/>
              <a:pPr/>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524000" y="1524001"/>
            <a:ext cx="10058392" cy="3719887"/>
          </a:xfrm>
        </p:spPr>
        <p:txBody>
          <a:bodyPr anchor="t">
            <a:normAutofit/>
          </a:bodyPr>
          <a:lstStyle>
            <a:lvl1pPr marL="0" indent="0">
              <a:lnSpc>
                <a:spcPct val="90000"/>
              </a:lnSpc>
              <a:buNone/>
              <a:defRPr sz="5000" b="1" cap="all" baseline="0"/>
            </a:lvl1pPr>
            <a:lvl2pPr marL="228600" indent="0">
              <a:lnSpc>
                <a:spcPct val="90000"/>
              </a:lnSpc>
              <a:buNone/>
              <a:defRPr sz="5000" b="1" cap="all" baseline="0"/>
            </a:lvl2pPr>
            <a:lvl3pPr marL="457200" indent="0">
              <a:lnSpc>
                <a:spcPct val="90000"/>
              </a:lnSpc>
              <a:buNone/>
              <a:defRPr sz="5000" b="1" cap="all" baseline="0"/>
            </a:lvl3pPr>
            <a:lvl4pPr marL="685800" indent="0">
              <a:lnSpc>
                <a:spcPct val="90000"/>
              </a:lnSpc>
              <a:buNone/>
              <a:defRPr sz="5000" b="1" cap="all" baseline="0"/>
            </a:lvl4pPr>
            <a:lvl5pPr marL="914400" indent="0">
              <a:lnSpc>
                <a:spcPct val="90000"/>
              </a:lnSpc>
              <a:buNone/>
              <a:defRPr sz="5000" b="1" cap="all"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967A35BA-41D5-4E87-94C2-E365E2A3656B}" type="datetime1">
              <a:rPr lang="en-US" smtClean="0"/>
              <a:pPr/>
              <a:t>12/4/25</a:t>
            </a:fld>
            <a:endParaRPr lang="en-US"/>
          </a:p>
        </p:txBody>
      </p:sp>
      <p:cxnSp>
        <p:nvCxnSpPr>
          <p:cNvPr id="6" name="Straight Connector 5">
            <a:extLst>
              <a:ext uri="{FF2B5EF4-FFF2-40B4-BE49-F238E27FC236}">
                <a16:creationId xmlns:a16="http://schemas.microsoft.com/office/drawing/2014/main" id="{DBE49238-DF0A-377C-44CB-3CB196CE8B0F}"/>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solidFill>
              <a:schemeClr val="tx1"/>
            </a:solidFill>
            <a:beve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FBD35DDC-8314-6A30-6D59-7CFF0BD5045F}"/>
              </a:ext>
            </a:extLst>
          </p:cNvPr>
          <p:cNvGrpSpPr/>
          <p:nvPr userDrawn="1"/>
        </p:nvGrpSpPr>
        <p:grpSpPr>
          <a:xfrm flipV="1">
            <a:off x="11078040" y="5621541"/>
            <a:ext cx="504370" cy="544340"/>
            <a:chOff x="10917026" y="837879"/>
            <a:chExt cx="513774" cy="554490"/>
          </a:xfrm>
        </p:grpSpPr>
        <p:sp>
          <p:nvSpPr>
            <p:cNvPr id="17" name="Graphic 12">
              <a:extLst>
                <a:ext uri="{FF2B5EF4-FFF2-40B4-BE49-F238E27FC236}">
                  <a16:creationId xmlns:a16="http://schemas.microsoft.com/office/drawing/2014/main" id="{EA215C9F-878F-671A-B9B7-F595B6F08C99}"/>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tx1"/>
            </a:solidFill>
            <a:ln w="422" cap="flat">
              <a:noFill/>
              <a:prstDash val="solid"/>
              <a:miter/>
            </a:ln>
          </p:spPr>
          <p:txBody>
            <a:bodyPr rtlCol="0" anchor="ctr"/>
            <a:lstStyle/>
            <a:p>
              <a:endParaRPr lang="en-US">
                <a:solidFill>
                  <a:schemeClr val="bg1"/>
                </a:solidFill>
              </a:endParaRPr>
            </a:p>
          </p:txBody>
        </p:sp>
        <p:sp>
          <p:nvSpPr>
            <p:cNvPr id="18" name="Graphic 13">
              <a:extLst>
                <a:ext uri="{FF2B5EF4-FFF2-40B4-BE49-F238E27FC236}">
                  <a16:creationId xmlns:a16="http://schemas.microsoft.com/office/drawing/2014/main" id="{1FDC6A2A-8F91-EB17-2338-E6C2D2EBAE8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tx1"/>
            </a:solidFill>
            <a:ln w="603" cap="flat">
              <a:noFill/>
              <a:prstDash val="solid"/>
              <a:miter/>
            </a:ln>
          </p:spPr>
          <p:txBody>
            <a:bodyPr rtlCol="0" anchor="ctr"/>
            <a:lstStyle/>
            <a:p>
              <a:endParaRPr lang="en-US">
                <a:solidFill>
                  <a:schemeClr val="bg1"/>
                </a:solidFill>
              </a:endParaRPr>
            </a:p>
          </p:txBody>
        </p:sp>
        <p:sp>
          <p:nvSpPr>
            <p:cNvPr id="19" name="Graphic 15">
              <a:extLst>
                <a:ext uri="{FF2B5EF4-FFF2-40B4-BE49-F238E27FC236}">
                  <a16:creationId xmlns:a16="http://schemas.microsoft.com/office/drawing/2014/main" id="{CF011AA8-B85F-1FFC-8166-AEC55059422B}"/>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tx1"/>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1581965512"/>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tatement 2">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6" name="Content Placeholder 6">
            <a:extLst>
              <a:ext uri="{FF2B5EF4-FFF2-40B4-BE49-F238E27FC236}">
                <a16:creationId xmlns:a16="http://schemas.microsoft.com/office/drawing/2014/main" id="{CA85F09D-A87B-CB41-9F0D-563DF42750FB}"/>
              </a:ext>
            </a:extLst>
          </p:cNvPr>
          <p:cNvSpPr>
            <a:spLocks noGrp="1"/>
          </p:cNvSpPr>
          <p:nvPr>
            <p:ph sz="quarter" idx="13" hasCustomPrompt="1"/>
          </p:nvPr>
        </p:nvSpPr>
        <p:spPr>
          <a:xfrm>
            <a:off x="1526591" y="1690313"/>
            <a:ext cx="10058392" cy="3719887"/>
          </a:xfrm>
        </p:spPr>
        <p:txBody>
          <a:bodyPr anchor="b">
            <a:normAutofit/>
          </a:bodyPr>
          <a:lstStyle>
            <a:lvl1pPr marL="0" indent="0">
              <a:lnSpc>
                <a:spcPct val="90000"/>
              </a:lnSpc>
              <a:buNone/>
              <a:defRPr sz="5000" b="1" cap="all" baseline="0">
                <a:solidFill>
                  <a:schemeClr val="bg2"/>
                </a:solidFill>
              </a:defRPr>
            </a:lvl1pPr>
            <a:lvl2pPr marL="228600" indent="0">
              <a:lnSpc>
                <a:spcPct val="90000"/>
              </a:lnSpc>
              <a:buNone/>
              <a:defRPr sz="5000" b="1" cap="all" baseline="0">
                <a:solidFill>
                  <a:schemeClr val="bg2"/>
                </a:solidFill>
              </a:defRPr>
            </a:lvl2pPr>
            <a:lvl3pPr marL="457200" indent="0">
              <a:lnSpc>
                <a:spcPct val="90000"/>
              </a:lnSpc>
              <a:buNone/>
              <a:defRPr sz="5000" b="1" cap="all" baseline="0">
                <a:solidFill>
                  <a:schemeClr val="bg2"/>
                </a:solidFill>
              </a:defRPr>
            </a:lvl3pPr>
            <a:lvl4pPr marL="685800" indent="0">
              <a:lnSpc>
                <a:spcPct val="90000"/>
              </a:lnSpc>
              <a:buNone/>
              <a:defRPr sz="5000" b="1" cap="all" baseline="0">
                <a:solidFill>
                  <a:schemeClr val="bg2"/>
                </a:solidFill>
              </a:defRPr>
            </a:lvl4pPr>
            <a:lvl5pPr marL="914400" indent="0">
              <a:lnSpc>
                <a:spcPct val="90000"/>
              </a:lnSpc>
              <a:buNone/>
              <a:defRPr sz="5000" b="1" cap="all" baseline="0">
                <a:solidFill>
                  <a:schemeClr val="bg2"/>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21" name="Slide Number Placeholder 7">
            <a:extLst>
              <a:ext uri="{FF2B5EF4-FFF2-40B4-BE49-F238E27FC236}">
                <a16:creationId xmlns:a16="http://schemas.microsoft.com/office/drawing/2014/main" id="{00F7CBC6-342F-01DB-66E0-884090B8C49E}"/>
              </a:ext>
            </a:extLst>
          </p:cNvPr>
          <p:cNvSpPr>
            <a:spLocks noGrp="1"/>
          </p:cNvSpPr>
          <p:nvPr>
            <p:ph type="sldNum" sz="quarter" idx="12"/>
          </p:nvPr>
        </p:nvSpPr>
        <p:spPr>
          <a:xfrm>
            <a:off x="533400" y="6343955"/>
            <a:ext cx="609600" cy="365125"/>
          </a:xfrm>
        </p:spPr>
        <p:txBody>
          <a:bodyPr/>
          <a:lstStyle>
            <a:lvl1pPr>
              <a:defRPr>
                <a:solidFill>
                  <a:schemeClr val="bg1"/>
                </a:solidFill>
              </a:defRPr>
            </a:lvl1pPr>
          </a:lstStyle>
          <a:p>
            <a:fld id="{AEAA3239-9EA4-4A65-A281-97F994456D9F}" type="slidenum">
              <a:rPr lang="en-US" smtClean="0"/>
              <a:pPr/>
              <a:t>‹#›</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AEFC801C-C54B-4E4E-A0DD-68C292C7D70F}" type="datetime1">
              <a:rPr lang="en-US" smtClean="0"/>
              <a:pPr/>
              <a:t>12/4/25</a:t>
            </a:fld>
            <a:endParaRPr lang="en-US"/>
          </a:p>
        </p:txBody>
      </p:sp>
      <p:cxnSp>
        <p:nvCxnSpPr>
          <p:cNvPr id="12" name="Straight Connector 11">
            <a:extLst>
              <a:ext uri="{FF2B5EF4-FFF2-40B4-BE49-F238E27FC236}">
                <a16:creationId xmlns:a16="http://schemas.microsoft.com/office/drawing/2014/main" id="{8E2B2DB4-DD7D-58E1-01FE-5FFF910648A7}"/>
              </a:ext>
              <a:ext uri="{C183D7F6-B498-43B3-948B-1728B52AA6E4}">
                <adec:decorative xmlns:adec="http://schemas.microsoft.com/office/drawing/2017/decorative" val="1"/>
              </a:ext>
            </a:extLst>
          </p:cNvPr>
          <p:cNvCxnSpPr>
            <a:cxnSpLocks/>
          </p:cNvCxnSpPr>
          <p:nvPr userDrawn="1"/>
        </p:nvCxnSpPr>
        <p:spPr>
          <a:xfrm>
            <a:off x="841248" y="0"/>
            <a:ext cx="0" cy="5202936"/>
          </a:xfrm>
          <a:prstGeom prst="line">
            <a:avLst/>
          </a:prstGeom>
          <a:ln w="25400" cap="sq">
            <a:solidFill>
              <a:schemeClr val="bg1"/>
            </a:solidFill>
            <a:beve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79D56D9B-2864-E096-10F4-5D8317251883}"/>
              </a:ext>
            </a:extLst>
          </p:cNvPr>
          <p:cNvGrpSpPr/>
          <p:nvPr userDrawn="1"/>
        </p:nvGrpSpPr>
        <p:grpSpPr>
          <a:xfrm>
            <a:off x="11078040" y="685800"/>
            <a:ext cx="504370" cy="544340"/>
            <a:chOff x="10917026" y="837879"/>
            <a:chExt cx="513774" cy="554490"/>
          </a:xfrm>
        </p:grpSpPr>
        <p:sp>
          <p:nvSpPr>
            <p:cNvPr id="23" name="Graphic 12">
              <a:extLst>
                <a:ext uri="{FF2B5EF4-FFF2-40B4-BE49-F238E27FC236}">
                  <a16:creationId xmlns:a16="http://schemas.microsoft.com/office/drawing/2014/main" id="{9E434210-AC88-0E90-99A6-F5157D40C9D9}"/>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a:solidFill>
                  <a:schemeClr val="bg1"/>
                </a:solidFill>
              </a:endParaRPr>
            </a:p>
          </p:txBody>
        </p:sp>
        <p:sp>
          <p:nvSpPr>
            <p:cNvPr id="24" name="Graphic 13">
              <a:extLst>
                <a:ext uri="{FF2B5EF4-FFF2-40B4-BE49-F238E27FC236}">
                  <a16:creationId xmlns:a16="http://schemas.microsoft.com/office/drawing/2014/main" id="{653B4F72-DA95-D4DE-FAE7-DC2D5E6049DC}"/>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bg1"/>
            </a:solidFill>
            <a:ln w="603" cap="flat">
              <a:noFill/>
              <a:prstDash val="solid"/>
              <a:miter/>
            </a:ln>
          </p:spPr>
          <p:txBody>
            <a:bodyPr rtlCol="0" anchor="ctr"/>
            <a:lstStyle/>
            <a:p>
              <a:endParaRPr lang="en-US">
                <a:solidFill>
                  <a:schemeClr val="bg1"/>
                </a:solidFill>
              </a:endParaRPr>
            </a:p>
          </p:txBody>
        </p:sp>
        <p:sp>
          <p:nvSpPr>
            <p:cNvPr id="25" name="Graphic 15">
              <a:extLst>
                <a:ext uri="{FF2B5EF4-FFF2-40B4-BE49-F238E27FC236}">
                  <a16:creationId xmlns:a16="http://schemas.microsoft.com/office/drawing/2014/main" id="{2BE78A52-1376-FE2B-92AE-364DDFA47BAF}"/>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bg1"/>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35713674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6" name="Content Placeholder 6">
            <a:extLst>
              <a:ext uri="{FF2B5EF4-FFF2-40B4-BE49-F238E27FC236}">
                <a16:creationId xmlns:a16="http://schemas.microsoft.com/office/drawing/2014/main" id="{3055D1E2-672A-BC69-9411-7E76AE1C25DE}"/>
              </a:ext>
            </a:extLst>
          </p:cNvPr>
          <p:cNvSpPr>
            <a:spLocks noGrp="1"/>
          </p:cNvSpPr>
          <p:nvPr>
            <p:ph sz="quarter" idx="13" hasCustomPrompt="1"/>
          </p:nvPr>
        </p:nvSpPr>
        <p:spPr>
          <a:xfrm>
            <a:off x="1524000" y="1524001"/>
            <a:ext cx="10058392" cy="3719887"/>
          </a:xfrm>
        </p:spPr>
        <p:txBody>
          <a:bodyPr anchor="t">
            <a:normAutofit/>
          </a:bodyPr>
          <a:lstStyle>
            <a:lvl1pPr marL="0" indent="0">
              <a:lnSpc>
                <a:spcPct val="90000"/>
              </a:lnSpc>
              <a:buNone/>
              <a:defRPr sz="5000" b="1" cap="all" baseline="0"/>
            </a:lvl1pPr>
            <a:lvl2pPr marL="228600" indent="0">
              <a:lnSpc>
                <a:spcPct val="90000"/>
              </a:lnSpc>
              <a:buNone/>
              <a:defRPr sz="5000" b="1" cap="all" baseline="0"/>
            </a:lvl2pPr>
            <a:lvl3pPr marL="457200" indent="0">
              <a:lnSpc>
                <a:spcPct val="90000"/>
              </a:lnSpc>
              <a:buNone/>
              <a:defRPr sz="5000" b="1" cap="all" baseline="0"/>
            </a:lvl3pPr>
            <a:lvl4pPr marL="685800" indent="0">
              <a:lnSpc>
                <a:spcPct val="90000"/>
              </a:lnSpc>
              <a:buNone/>
              <a:defRPr sz="5000" b="1" cap="all" baseline="0"/>
            </a:lvl4pPr>
            <a:lvl5pPr marL="914400" indent="0">
              <a:lnSpc>
                <a:spcPct val="90000"/>
              </a:lnSpc>
              <a:buNone/>
              <a:defRPr sz="5000" b="1" cap="all"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615EEC7-2B19-40F0-9B64-A564E832ADEB}" type="datetime1">
              <a:rPr lang="en-US" smtClean="0"/>
              <a:t>12/4/25</a:t>
            </a:fld>
            <a:endParaRPr lang="en-US"/>
          </a:p>
        </p:txBody>
      </p:sp>
      <p:cxnSp>
        <p:nvCxnSpPr>
          <p:cNvPr id="13" name="Straight Connector 12">
            <a:extLst>
              <a:ext uri="{FF2B5EF4-FFF2-40B4-BE49-F238E27FC236}">
                <a16:creationId xmlns:a16="http://schemas.microsoft.com/office/drawing/2014/main" id="{FEA9293D-D6A1-8AF9-4813-CA78F41FC415}"/>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66023739-FBF1-75F2-EA5B-628D1D31BA94}"/>
              </a:ext>
            </a:extLst>
          </p:cNvPr>
          <p:cNvGrpSpPr/>
          <p:nvPr userDrawn="1"/>
        </p:nvGrpSpPr>
        <p:grpSpPr>
          <a:xfrm flipV="1">
            <a:off x="11078040" y="5621541"/>
            <a:ext cx="504370" cy="544340"/>
            <a:chOff x="10917026" y="837879"/>
            <a:chExt cx="513774" cy="554490"/>
          </a:xfrm>
        </p:grpSpPr>
        <p:sp>
          <p:nvSpPr>
            <p:cNvPr id="15" name="Graphic 12">
              <a:extLst>
                <a:ext uri="{FF2B5EF4-FFF2-40B4-BE49-F238E27FC236}">
                  <a16:creationId xmlns:a16="http://schemas.microsoft.com/office/drawing/2014/main" id="{D0F1A970-FF5D-F896-04FA-CE4666C8553E}"/>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16" name="Graphic 13">
              <a:extLst>
                <a:ext uri="{FF2B5EF4-FFF2-40B4-BE49-F238E27FC236}">
                  <a16:creationId xmlns:a16="http://schemas.microsoft.com/office/drawing/2014/main" id="{B139D13F-0D14-73D2-8BA3-AB49A0A45418}"/>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17" name="Graphic 15">
              <a:extLst>
                <a:ext uri="{FF2B5EF4-FFF2-40B4-BE49-F238E27FC236}">
                  <a16:creationId xmlns:a16="http://schemas.microsoft.com/office/drawing/2014/main" id="{A8A8E97E-9C11-2BC8-9144-BDB59524BF45}"/>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213251486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455036-72A5-504C-C91E-CA942A9C1B15}"/>
              </a:ext>
            </a:extLst>
          </p:cNvPr>
          <p:cNvGrpSpPr/>
          <p:nvPr userDrawn="1"/>
        </p:nvGrpSpPr>
        <p:grpSpPr>
          <a:xfrm>
            <a:off x="11078040" y="685800"/>
            <a:ext cx="504370" cy="544340"/>
            <a:chOff x="10917026" y="837879"/>
            <a:chExt cx="513774" cy="554490"/>
          </a:xfrm>
        </p:grpSpPr>
        <p:sp>
          <p:nvSpPr>
            <p:cNvPr id="10" name="Graphic 12">
              <a:extLst>
                <a:ext uri="{FF2B5EF4-FFF2-40B4-BE49-F238E27FC236}">
                  <a16:creationId xmlns:a16="http://schemas.microsoft.com/office/drawing/2014/main" id="{AAC21E96-E96F-13AB-4E2D-2F2A94636094}"/>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1" name="Graphic 13">
              <a:extLst>
                <a:ext uri="{FF2B5EF4-FFF2-40B4-BE49-F238E27FC236}">
                  <a16:creationId xmlns:a16="http://schemas.microsoft.com/office/drawing/2014/main" id="{0DCA12CF-50BA-FD37-1BFD-37DBA94A1E41}"/>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2" name="Graphic 15">
              <a:extLst>
                <a:ext uri="{FF2B5EF4-FFF2-40B4-BE49-F238E27FC236}">
                  <a16:creationId xmlns:a16="http://schemas.microsoft.com/office/drawing/2014/main" id="{8C62BDEF-3630-134A-D8AF-6029EE44805F}"/>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
        <p:nvSpPr>
          <p:cNvPr id="7" name="Title 6">
            <a:extLst>
              <a:ext uri="{FF2B5EF4-FFF2-40B4-BE49-F238E27FC236}">
                <a16:creationId xmlns:a16="http://schemas.microsoft.com/office/drawing/2014/main" id="{BF9D5BEE-93D7-A052-AACD-00C46FF56143}"/>
              </a:ext>
            </a:extLst>
          </p:cNvPr>
          <p:cNvSpPr>
            <a:spLocks noGrp="1"/>
          </p:cNvSpPr>
          <p:nvPr>
            <p:ph type="title" hasCustomPrompt="1"/>
          </p:nvPr>
        </p:nvSpPr>
        <p:spPr>
          <a:xfrm>
            <a:off x="1524000" y="4955722"/>
            <a:ext cx="9143999" cy="669472"/>
          </a:xfrm>
        </p:spPr>
        <p:txBody>
          <a:bodyPr anchor="ctr">
            <a:normAutofit/>
          </a:bodyPr>
          <a:lstStyle>
            <a:lvl1pPr>
              <a:lnSpc>
                <a:spcPct val="120000"/>
              </a:lnSpc>
              <a:defRPr sz="2000">
                <a:solidFill>
                  <a:schemeClr val="accent2"/>
                </a:solidFill>
              </a:defRPr>
            </a:lvl1pPr>
          </a:lstStyle>
          <a:p>
            <a:r>
              <a:rPr lang="en-US"/>
              <a:t>Quote Author</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16" name="Content Placeholder 15">
            <a:extLst>
              <a:ext uri="{FF2B5EF4-FFF2-40B4-BE49-F238E27FC236}">
                <a16:creationId xmlns:a16="http://schemas.microsoft.com/office/drawing/2014/main" id="{F08A4F7D-BA50-448B-6700-E8EB878B3364}"/>
              </a:ext>
            </a:extLst>
          </p:cNvPr>
          <p:cNvSpPr>
            <a:spLocks noGrp="1"/>
          </p:cNvSpPr>
          <p:nvPr>
            <p:ph sz="quarter" idx="14" hasCustomPrompt="1"/>
          </p:nvPr>
        </p:nvSpPr>
        <p:spPr>
          <a:xfrm>
            <a:off x="1549400" y="1536700"/>
            <a:ext cx="9144000" cy="3111500"/>
          </a:xfrm>
        </p:spPr>
        <p:txBody>
          <a:bodyPr>
            <a:normAutofit/>
          </a:bodyPr>
          <a:lstStyle>
            <a:lvl1pPr marL="0" indent="0">
              <a:lnSpc>
                <a:spcPct val="90000"/>
              </a:lnSpc>
              <a:buNone/>
              <a:defRPr sz="5000" b="0"/>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4A6891D2-C712-4357-A4F9-7362E459A272}" type="datetime1">
              <a:rPr lang="en-US" smtClean="0"/>
              <a:t>12/4/25</a:t>
            </a:fld>
            <a:endParaRPr lang="en-US"/>
          </a:p>
        </p:txBody>
      </p:sp>
      <p:cxnSp>
        <p:nvCxnSpPr>
          <p:cNvPr id="13" name="Straight Connector 12">
            <a:extLst>
              <a:ext uri="{FF2B5EF4-FFF2-40B4-BE49-F238E27FC236}">
                <a16:creationId xmlns:a16="http://schemas.microsoft.com/office/drawing/2014/main" id="{E2982CD0-EB8A-46A8-84EC-153D7BA32560}"/>
              </a:ext>
              <a:ext uri="{C183D7F6-B498-43B3-948B-1728B52AA6E4}">
                <adec:decorative xmlns:adec="http://schemas.microsoft.com/office/drawing/2017/decorative" val="1"/>
              </a:ext>
            </a:extLst>
          </p:cNvPr>
          <p:cNvCxnSpPr>
            <a:cxnSpLocks/>
          </p:cNvCxnSpPr>
          <p:nvPr userDrawn="1"/>
        </p:nvCxnSpPr>
        <p:spPr>
          <a:xfrm>
            <a:off x="841248" y="1655064"/>
            <a:ext cx="0" cy="5202936"/>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56540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bg>
      <p:bgPr>
        <a:gradFill>
          <a:gsLst>
            <a:gs pos="100000">
              <a:schemeClr val="accent4"/>
            </a:gs>
            <a:gs pos="0">
              <a:schemeClr val="accent2"/>
            </a:gs>
          </a:gsLst>
          <a:lin ang="2700000" scaled="1"/>
        </a:gradFill>
        <a:effectLst/>
      </p:bgPr>
    </p:bg>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0E6EF1BF-151B-8EEC-0E02-E06802C34ADA}"/>
              </a:ext>
            </a:extLst>
          </p:cNvPr>
          <p:cNvSpPr>
            <a:spLocks noGrp="1"/>
          </p:cNvSpPr>
          <p:nvPr>
            <p:ph type="title" hasCustomPrompt="1"/>
          </p:nvPr>
        </p:nvSpPr>
        <p:spPr>
          <a:xfrm>
            <a:off x="731520" y="4955721"/>
            <a:ext cx="9143999" cy="669472"/>
          </a:xfrm>
        </p:spPr>
        <p:txBody>
          <a:bodyPr anchor="ctr">
            <a:normAutofit/>
          </a:bodyPr>
          <a:lstStyle>
            <a:lvl1pPr>
              <a:lnSpc>
                <a:spcPct val="120000"/>
              </a:lnSpc>
              <a:defRPr sz="2000"/>
            </a:lvl1pPr>
          </a:lstStyle>
          <a:p>
            <a:r>
              <a:rPr lang="en-US"/>
              <a:t>Quote Author</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
        <p:nvSpPr>
          <p:cNvPr id="13" name="Content Placeholder 12">
            <a:extLst>
              <a:ext uri="{FF2B5EF4-FFF2-40B4-BE49-F238E27FC236}">
                <a16:creationId xmlns:a16="http://schemas.microsoft.com/office/drawing/2014/main" id="{99640F48-020D-81AF-A324-1A8C96F82127}"/>
              </a:ext>
            </a:extLst>
          </p:cNvPr>
          <p:cNvSpPr>
            <a:spLocks noGrp="1"/>
          </p:cNvSpPr>
          <p:nvPr>
            <p:ph sz="quarter" idx="14" hasCustomPrompt="1"/>
          </p:nvPr>
        </p:nvSpPr>
        <p:spPr>
          <a:xfrm>
            <a:off x="731838" y="1344613"/>
            <a:ext cx="9144000" cy="3290887"/>
          </a:xfrm>
        </p:spPr>
        <p:txBody>
          <a:bodyPr anchor="ctr">
            <a:normAutofit/>
          </a:bodyPr>
          <a:lstStyle>
            <a:lvl1pPr marL="0" indent="0">
              <a:lnSpc>
                <a:spcPct val="90000"/>
              </a:lnSpc>
              <a:buNone/>
              <a:defRPr sz="5000"/>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731520" y="6343955"/>
            <a:ext cx="2805405" cy="365125"/>
          </a:xfrm>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234566FD-24FB-4338-A35C-D9AE347B4F66}" type="datetime1">
              <a:rPr lang="en-US" smtClean="0"/>
              <a:pPr/>
              <a:t>12/4/25</a:t>
            </a:fld>
            <a:endParaRPr lang="en-US"/>
          </a:p>
        </p:txBody>
      </p:sp>
      <p:grpSp>
        <p:nvGrpSpPr>
          <p:cNvPr id="6" name="Group 5">
            <a:extLst>
              <a:ext uri="{FF2B5EF4-FFF2-40B4-BE49-F238E27FC236}">
                <a16:creationId xmlns:a16="http://schemas.microsoft.com/office/drawing/2014/main" id="{65B35AFC-D0D8-27D0-7877-F898628C3791}"/>
              </a:ext>
            </a:extLst>
          </p:cNvPr>
          <p:cNvGrpSpPr/>
          <p:nvPr userDrawn="1"/>
        </p:nvGrpSpPr>
        <p:grpSpPr>
          <a:xfrm>
            <a:off x="11078040" y="685800"/>
            <a:ext cx="504370" cy="544340"/>
            <a:chOff x="10917026" y="837879"/>
            <a:chExt cx="513774" cy="554490"/>
          </a:xfrm>
        </p:grpSpPr>
        <p:sp>
          <p:nvSpPr>
            <p:cNvPr id="8" name="Graphic 12">
              <a:extLst>
                <a:ext uri="{FF2B5EF4-FFF2-40B4-BE49-F238E27FC236}">
                  <a16:creationId xmlns:a16="http://schemas.microsoft.com/office/drawing/2014/main" id="{E071C14C-69C9-51C1-C72F-11F520379552}"/>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tx1"/>
            </a:solidFill>
            <a:ln w="422" cap="flat">
              <a:noFill/>
              <a:prstDash val="solid"/>
              <a:miter/>
            </a:ln>
          </p:spPr>
          <p:txBody>
            <a:bodyPr rtlCol="0" anchor="ctr"/>
            <a:lstStyle/>
            <a:p>
              <a:endParaRPr lang="en-US">
                <a:solidFill>
                  <a:schemeClr val="bg1"/>
                </a:solidFill>
              </a:endParaRPr>
            </a:p>
          </p:txBody>
        </p:sp>
        <p:sp>
          <p:nvSpPr>
            <p:cNvPr id="9" name="Graphic 13">
              <a:extLst>
                <a:ext uri="{FF2B5EF4-FFF2-40B4-BE49-F238E27FC236}">
                  <a16:creationId xmlns:a16="http://schemas.microsoft.com/office/drawing/2014/main" id="{D19ADD24-6A4A-7A9D-F028-439BF3EA250B}"/>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tx1"/>
            </a:solidFill>
            <a:ln w="603" cap="flat">
              <a:noFill/>
              <a:prstDash val="solid"/>
              <a:miter/>
            </a:ln>
          </p:spPr>
          <p:txBody>
            <a:bodyPr rtlCol="0" anchor="ctr"/>
            <a:lstStyle/>
            <a:p>
              <a:endParaRPr lang="en-US">
                <a:solidFill>
                  <a:schemeClr val="bg1"/>
                </a:solidFill>
              </a:endParaRPr>
            </a:p>
          </p:txBody>
        </p:sp>
        <p:sp>
          <p:nvSpPr>
            <p:cNvPr id="10" name="Graphic 15">
              <a:extLst>
                <a:ext uri="{FF2B5EF4-FFF2-40B4-BE49-F238E27FC236}">
                  <a16:creationId xmlns:a16="http://schemas.microsoft.com/office/drawing/2014/main" id="{AE878D98-B8A1-9693-E217-46740B9C7FD9}"/>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tx1"/>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990762973"/>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3">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B42ABA34-9E2C-57A7-6EC1-822DB06AB4A5}"/>
              </a:ext>
            </a:extLst>
          </p:cNvPr>
          <p:cNvSpPr>
            <a:spLocks noGrp="1"/>
          </p:cNvSpPr>
          <p:nvPr>
            <p:ph type="title" hasCustomPrompt="1"/>
          </p:nvPr>
        </p:nvSpPr>
        <p:spPr>
          <a:xfrm>
            <a:off x="731520" y="4955722"/>
            <a:ext cx="9143999" cy="669472"/>
          </a:xfrm>
        </p:spPr>
        <p:txBody>
          <a:bodyPr anchor="ctr">
            <a:normAutofit/>
          </a:bodyPr>
          <a:lstStyle>
            <a:lvl1pPr>
              <a:lnSpc>
                <a:spcPct val="120000"/>
              </a:lnSpc>
              <a:defRPr sz="2000">
                <a:solidFill>
                  <a:schemeClr val="accent2"/>
                </a:solidFill>
              </a:defRPr>
            </a:lvl1pPr>
          </a:lstStyle>
          <a:p>
            <a:r>
              <a:rPr lang="en-US"/>
              <a:t>Quote Author</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13" name="Content Placeholder 12">
            <a:extLst>
              <a:ext uri="{FF2B5EF4-FFF2-40B4-BE49-F238E27FC236}">
                <a16:creationId xmlns:a16="http://schemas.microsoft.com/office/drawing/2014/main" id="{84393E52-BC0A-C941-AB99-B2E2040F966A}"/>
              </a:ext>
            </a:extLst>
          </p:cNvPr>
          <p:cNvSpPr>
            <a:spLocks noGrp="1"/>
          </p:cNvSpPr>
          <p:nvPr>
            <p:ph sz="quarter" idx="14" hasCustomPrompt="1"/>
          </p:nvPr>
        </p:nvSpPr>
        <p:spPr>
          <a:xfrm>
            <a:off x="731838" y="1344613"/>
            <a:ext cx="9144000" cy="3290887"/>
          </a:xfrm>
        </p:spPr>
        <p:txBody>
          <a:bodyPr anchor="ctr">
            <a:normAutofit/>
          </a:bodyPr>
          <a:lstStyle>
            <a:lvl1pPr marL="0" indent="0">
              <a:lnSpc>
                <a:spcPct val="90000"/>
              </a:lnSpc>
              <a:buNone/>
              <a:defRPr sz="5000"/>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731520" y="6343955"/>
            <a:ext cx="2805405" cy="365125"/>
          </a:xfrm>
        </p:spPr>
        <p:txBody>
          <a:bodyPr/>
          <a:lstStyle/>
          <a:p>
            <a:r>
              <a:rPr lang="en-US"/>
              <a:t>Sample Footer Text</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02BF1DD-1BF4-406D-9906-B4846BCC8D55}" type="datetime1">
              <a:rPr lang="en-US" smtClean="0"/>
              <a:t>12/4/25</a:t>
            </a:fld>
            <a:endParaRPr lang="en-US"/>
          </a:p>
        </p:txBody>
      </p:sp>
      <p:grpSp>
        <p:nvGrpSpPr>
          <p:cNvPr id="9" name="Group 8">
            <a:extLst>
              <a:ext uri="{FF2B5EF4-FFF2-40B4-BE49-F238E27FC236}">
                <a16:creationId xmlns:a16="http://schemas.microsoft.com/office/drawing/2014/main" id="{038AFCDA-E25A-66FA-A065-43B64A7DC53D}"/>
              </a:ext>
            </a:extLst>
          </p:cNvPr>
          <p:cNvGrpSpPr/>
          <p:nvPr userDrawn="1"/>
        </p:nvGrpSpPr>
        <p:grpSpPr>
          <a:xfrm>
            <a:off x="11078040" y="685800"/>
            <a:ext cx="504370" cy="544340"/>
            <a:chOff x="10917026" y="837879"/>
            <a:chExt cx="513774" cy="554490"/>
          </a:xfrm>
        </p:grpSpPr>
        <p:sp>
          <p:nvSpPr>
            <p:cNvPr id="10" name="Graphic 12">
              <a:extLst>
                <a:ext uri="{FF2B5EF4-FFF2-40B4-BE49-F238E27FC236}">
                  <a16:creationId xmlns:a16="http://schemas.microsoft.com/office/drawing/2014/main" id="{BC1282DB-3134-604E-A636-7EC91636C531}"/>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1" name="Graphic 13">
              <a:extLst>
                <a:ext uri="{FF2B5EF4-FFF2-40B4-BE49-F238E27FC236}">
                  <a16:creationId xmlns:a16="http://schemas.microsoft.com/office/drawing/2014/main" id="{01622449-7FF6-2681-8BAB-610A3A6F0F99}"/>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2" name="Graphic 15">
              <a:extLst>
                <a:ext uri="{FF2B5EF4-FFF2-40B4-BE49-F238E27FC236}">
                  <a16:creationId xmlns:a16="http://schemas.microsoft.com/office/drawing/2014/main" id="{DF1B7C46-3578-8B8A-2B33-C7E41C8F09EF}"/>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36539854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47B80538-E0C0-8B37-2CBC-715464FE825E}"/>
              </a:ext>
            </a:extLst>
          </p:cNvPr>
          <p:cNvSpPr>
            <a:spLocks noGrp="1"/>
          </p:cNvSpPr>
          <p:nvPr>
            <p:ph type="title"/>
          </p:nvPr>
        </p:nvSpPr>
        <p:spPr>
          <a:xfrm>
            <a:off x="1529442" y="731520"/>
            <a:ext cx="10052958" cy="962590"/>
          </a:xfrm>
        </p:spPr>
        <p:txBody>
          <a:bodyPr anchor="b"/>
          <a:lstStyle/>
          <a:p>
            <a:r>
              <a:rPr lang="en-US"/>
              <a:t>Click to edit Master title style</a:t>
            </a:r>
          </a:p>
        </p:txBody>
      </p:sp>
      <p:sp>
        <p:nvSpPr>
          <p:cNvPr id="9" name="Content Placeholder 5">
            <a:extLst>
              <a:ext uri="{FF2B5EF4-FFF2-40B4-BE49-F238E27FC236}">
                <a16:creationId xmlns:a16="http://schemas.microsoft.com/office/drawing/2014/main" id="{7C0431DD-A630-224B-A787-6BF3732EE15B}"/>
              </a:ext>
            </a:extLst>
          </p:cNvPr>
          <p:cNvSpPr>
            <a:spLocks noGrp="1"/>
          </p:cNvSpPr>
          <p:nvPr>
            <p:ph sz="quarter" idx="15"/>
          </p:nvPr>
        </p:nvSpPr>
        <p:spPr>
          <a:xfrm>
            <a:off x="1524000" y="1905000"/>
            <a:ext cx="4846320" cy="4268788"/>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1">
            <a:extLst>
              <a:ext uri="{FF2B5EF4-FFF2-40B4-BE49-F238E27FC236}">
                <a16:creationId xmlns:a16="http://schemas.microsoft.com/office/drawing/2014/main" id="{B9CDF450-BB1A-E96B-F44C-F881C731657F}"/>
              </a:ext>
            </a:extLst>
          </p:cNvPr>
          <p:cNvSpPr>
            <a:spLocks noGrp="1"/>
          </p:cNvSpPr>
          <p:nvPr>
            <p:ph sz="quarter" idx="16"/>
          </p:nvPr>
        </p:nvSpPr>
        <p:spPr>
          <a:xfrm>
            <a:off x="6736080" y="1905000"/>
            <a:ext cx="4846320" cy="4268788"/>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94E2D18C-90AA-6695-2849-42F0DF3B0F0F}"/>
              </a:ext>
              <a:ext uri="{C183D7F6-B498-43B3-948B-1728B52AA6E4}">
                <adec:decorative xmlns:adec="http://schemas.microsoft.com/office/drawing/2017/decorative" val="1"/>
              </a:ext>
            </a:extLst>
          </p:cNvPr>
          <p:cNvCxnSpPr>
            <a:cxnSpLocks/>
          </p:cNvCxnSpPr>
          <p:nvPr userDrawn="1"/>
        </p:nvCxnSpPr>
        <p:spPr>
          <a:xfrm>
            <a:off x="841248" y="1112520"/>
            <a:ext cx="0" cy="5745480"/>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15" name="Footer Placeholder 5">
            <a:extLst>
              <a:ext uri="{FF2B5EF4-FFF2-40B4-BE49-F238E27FC236}">
                <a16:creationId xmlns:a16="http://schemas.microsoft.com/office/drawing/2014/main" id="{0B4E1DD8-E0C8-2F63-6C5D-5D9786B14EDA}"/>
              </a:ext>
            </a:extLst>
          </p:cNvPr>
          <p:cNvSpPr>
            <a:spLocks noGrp="1"/>
          </p:cNvSpPr>
          <p:nvPr>
            <p:ph type="ftr" sz="quarter" idx="11"/>
          </p:nvPr>
        </p:nvSpPr>
        <p:spPr>
          <a:xfrm>
            <a:off x="1524000" y="6343955"/>
            <a:ext cx="2805405" cy="365125"/>
          </a:xfrm>
        </p:spPr>
        <p:txBody>
          <a:bodyPr/>
          <a:lstStyle/>
          <a:p>
            <a:r>
              <a:rPr lang="en-US"/>
              <a:t>Sample Footer Text</a:t>
            </a:r>
          </a:p>
        </p:txBody>
      </p:sp>
      <p:sp>
        <p:nvSpPr>
          <p:cNvPr id="14" name="Date Placeholder 4">
            <a:extLst>
              <a:ext uri="{FF2B5EF4-FFF2-40B4-BE49-F238E27FC236}">
                <a16:creationId xmlns:a16="http://schemas.microsoft.com/office/drawing/2014/main" id="{EE15D4EB-C819-8C4D-4973-D17848DE49F5}"/>
              </a:ext>
            </a:extLst>
          </p:cNvPr>
          <p:cNvSpPr>
            <a:spLocks noGrp="1"/>
          </p:cNvSpPr>
          <p:nvPr>
            <p:ph type="dt" sz="half" idx="10"/>
          </p:nvPr>
        </p:nvSpPr>
        <p:spPr>
          <a:xfrm>
            <a:off x="8429310" y="6343955"/>
            <a:ext cx="2202644" cy="365125"/>
          </a:xfrm>
        </p:spPr>
        <p:txBody>
          <a:bodyPr/>
          <a:lstStyle/>
          <a:p>
            <a:fld id="{2086C921-50A5-4289-8B96-30101E64A548}" type="datetime1">
              <a:rPr lang="en-US" smtClean="0"/>
              <a:t>12/4/25</a:t>
            </a:fld>
            <a:endParaRPr lang="en-US"/>
          </a:p>
        </p:txBody>
      </p:sp>
      <p:sp>
        <p:nvSpPr>
          <p:cNvPr id="16" name="Slide Number Placeholder 6">
            <a:extLst>
              <a:ext uri="{FF2B5EF4-FFF2-40B4-BE49-F238E27FC236}">
                <a16:creationId xmlns:a16="http://schemas.microsoft.com/office/drawing/2014/main" id="{2F83B63A-E313-2543-7396-0E4520FC006F}"/>
              </a:ext>
            </a:extLst>
          </p:cNvPr>
          <p:cNvSpPr>
            <a:spLocks noGrp="1"/>
          </p:cNvSpPr>
          <p:nvPr>
            <p:ph type="sldNum" sz="quarter" idx="12"/>
          </p:nvPr>
        </p:nvSpPr>
        <p:spPr>
          <a:xfrm>
            <a:off x="10972801" y="6343954"/>
            <a:ext cx="609600"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70801282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FB3D62A-20D4-C83A-8EC5-0F0FC4527F88}"/>
              </a:ext>
            </a:extLst>
          </p:cNvPr>
          <p:cNvSpPr>
            <a:spLocks noGrp="1"/>
          </p:cNvSpPr>
          <p:nvPr>
            <p:ph type="title"/>
          </p:nvPr>
        </p:nvSpPr>
        <p:spPr>
          <a:xfrm>
            <a:off x="1529442" y="731520"/>
            <a:ext cx="10052958" cy="962590"/>
          </a:xfrm>
        </p:spPr>
        <p:txBody>
          <a:bodyPr anchor="b"/>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523941" y="1737360"/>
            <a:ext cx="4846320" cy="559834"/>
          </a:xfrm>
        </p:spPr>
        <p:txBody>
          <a:bodyPr anchor="b">
            <a:normAutofit/>
          </a:bodyPr>
          <a:lstStyle>
            <a:lvl1pPr marL="0" indent="0">
              <a:lnSpc>
                <a:spcPct val="90000"/>
              </a:lnSpc>
              <a:buNone/>
              <a:defRPr sz="1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36080" y="1737360"/>
            <a:ext cx="4846320" cy="559834"/>
          </a:xfrm>
        </p:spPr>
        <p:txBody>
          <a:bodyPr anchor="b">
            <a:normAutofit/>
          </a:bodyPr>
          <a:lstStyle>
            <a:lvl1pPr marL="0" indent="0">
              <a:lnSpc>
                <a:spcPct val="90000"/>
              </a:lnSpc>
              <a:buNone/>
              <a:defRPr sz="1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1524000" y="2387600"/>
            <a:ext cx="4846320" cy="3786188"/>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736080" y="2387600"/>
            <a:ext cx="4846320" cy="3786188"/>
          </a:xfrm>
        </p:spPr>
        <p:txBody>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Straight Connector 10">
            <a:extLst>
              <a:ext uri="{FF2B5EF4-FFF2-40B4-BE49-F238E27FC236}">
                <a16:creationId xmlns:a16="http://schemas.microsoft.com/office/drawing/2014/main" id="{85017F05-8154-C1CA-504D-0FCFD392C8ED}"/>
              </a:ext>
              <a:ext uri="{C183D7F6-B498-43B3-948B-1728B52AA6E4}">
                <adec:decorative xmlns:adec="http://schemas.microsoft.com/office/drawing/2017/decorative" val="1"/>
              </a:ext>
            </a:extLst>
          </p:cNvPr>
          <p:cNvCxnSpPr>
            <a:cxnSpLocks/>
          </p:cNvCxnSpPr>
          <p:nvPr userDrawn="1"/>
        </p:nvCxnSpPr>
        <p:spPr>
          <a:xfrm>
            <a:off x="841248" y="1112520"/>
            <a:ext cx="0" cy="5745480"/>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14" name="Footer Placeholder 5">
            <a:extLst>
              <a:ext uri="{FF2B5EF4-FFF2-40B4-BE49-F238E27FC236}">
                <a16:creationId xmlns:a16="http://schemas.microsoft.com/office/drawing/2014/main" id="{DADACAB8-8D38-74EC-8F23-74C19B5E311C}"/>
              </a:ext>
            </a:extLst>
          </p:cNvPr>
          <p:cNvSpPr>
            <a:spLocks noGrp="1"/>
          </p:cNvSpPr>
          <p:nvPr>
            <p:ph type="ftr" sz="quarter" idx="11"/>
          </p:nvPr>
        </p:nvSpPr>
        <p:spPr>
          <a:xfrm>
            <a:off x="1524000" y="6343955"/>
            <a:ext cx="2805405" cy="365125"/>
          </a:xfrm>
        </p:spPr>
        <p:txBody>
          <a:bodyPr/>
          <a:lstStyle/>
          <a:p>
            <a:r>
              <a:rPr lang="en-US"/>
              <a:t>Sample Footer Text</a:t>
            </a:r>
          </a:p>
        </p:txBody>
      </p:sp>
      <p:sp>
        <p:nvSpPr>
          <p:cNvPr id="13" name="Date Placeholder 4">
            <a:extLst>
              <a:ext uri="{FF2B5EF4-FFF2-40B4-BE49-F238E27FC236}">
                <a16:creationId xmlns:a16="http://schemas.microsoft.com/office/drawing/2014/main" id="{C933945D-DCC7-91C9-7715-6D66CD166B14}"/>
              </a:ext>
            </a:extLst>
          </p:cNvPr>
          <p:cNvSpPr>
            <a:spLocks noGrp="1"/>
          </p:cNvSpPr>
          <p:nvPr>
            <p:ph type="dt" sz="half" idx="10"/>
          </p:nvPr>
        </p:nvSpPr>
        <p:spPr>
          <a:xfrm>
            <a:off x="8429310" y="6343955"/>
            <a:ext cx="2202644" cy="365125"/>
          </a:xfrm>
        </p:spPr>
        <p:txBody>
          <a:bodyPr/>
          <a:lstStyle/>
          <a:p>
            <a:fld id="{2086C921-50A5-4289-8B96-30101E64A548}" type="datetime1">
              <a:rPr lang="en-US" smtClean="0"/>
              <a:t>12/4/25</a:t>
            </a:fld>
            <a:endParaRPr lang="en-US"/>
          </a:p>
        </p:txBody>
      </p:sp>
      <p:sp>
        <p:nvSpPr>
          <p:cNvPr id="15" name="Slide Number Placeholder 6">
            <a:extLst>
              <a:ext uri="{FF2B5EF4-FFF2-40B4-BE49-F238E27FC236}">
                <a16:creationId xmlns:a16="http://schemas.microsoft.com/office/drawing/2014/main" id="{8611D5B1-377C-9FAD-8742-CD62D3D705A0}"/>
              </a:ext>
            </a:extLst>
          </p:cNvPr>
          <p:cNvSpPr>
            <a:spLocks noGrp="1"/>
          </p:cNvSpPr>
          <p:nvPr>
            <p:ph type="sldNum" sz="quarter" idx="12"/>
          </p:nvPr>
        </p:nvSpPr>
        <p:spPr>
          <a:xfrm>
            <a:off x="10972801" y="6343954"/>
            <a:ext cx="609600" cy="365125"/>
          </a:xfrm>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27454681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701E479-4069-C843-393B-6E9B41A957D5}"/>
              </a:ext>
            </a:extLst>
          </p:cNvPr>
          <p:cNvGrpSpPr/>
          <p:nvPr userDrawn="1"/>
        </p:nvGrpSpPr>
        <p:grpSpPr>
          <a:xfrm flipV="1">
            <a:off x="11078040" y="5621541"/>
            <a:ext cx="504370" cy="544340"/>
            <a:chOff x="10917026" y="837879"/>
            <a:chExt cx="513774" cy="554490"/>
          </a:xfrm>
        </p:grpSpPr>
        <p:sp>
          <p:nvSpPr>
            <p:cNvPr id="3" name="Graphic 12">
              <a:extLst>
                <a:ext uri="{FF2B5EF4-FFF2-40B4-BE49-F238E27FC236}">
                  <a16:creationId xmlns:a16="http://schemas.microsoft.com/office/drawing/2014/main" id="{9371E991-E43A-8273-A079-19D35B2505AD}"/>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4" name="Graphic 13">
              <a:extLst>
                <a:ext uri="{FF2B5EF4-FFF2-40B4-BE49-F238E27FC236}">
                  <a16:creationId xmlns:a16="http://schemas.microsoft.com/office/drawing/2014/main" id="{31556ED0-DF39-D5B2-4B44-3ABD175F11FA}"/>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5" name="Graphic 15">
              <a:extLst>
                <a:ext uri="{FF2B5EF4-FFF2-40B4-BE49-F238E27FC236}">
                  <a16:creationId xmlns:a16="http://schemas.microsoft.com/office/drawing/2014/main" id="{D28126CE-14E8-D34A-20CD-7A393D29D360}"/>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
        <p:nvSpPr>
          <p:cNvPr id="6" name="Title 1">
            <a:extLst>
              <a:ext uri="{FF2B5EF4-FFF2-40B4-BE49-F238E27FC236}">
                <a16:creationId xmlns:a16="http://schemas.microsoft.com/office/drawing/2014/main" id="{B4A8E7DD-F0B9-81F7-287D-3CB3DD2F7595}"/>
              </a:ext>
            </a:extLst>
          </p:cNvPr>
          <p:cNvSpPr>
            <a:spLocks noGrp="1"/>
          </p:cNvSpPr>
          <p:nvPr>
            <p:ph type="title"/>
          </p:nvPr>
        </p:nvSpPr>
        <p:spPr>
          <a:xfrm>
            <a:off x="1529442" y="731520"/>
            <a:ext cx="10052958" cy="962590"/>
          </a:xfrm>
        </p:spPr>
        <p:txBody>
          <a:bodyPr anchor="b"/>
          <a:lstStyle/>
          <a:p>
            <a:r>
              <a:rPr lang="en-US"/>
              <a:t>Click to edit Master title style</a:t>
            </a:r>
          </a:p>
        </p:txBody>
      </p:sp>
      <p:sp>
        <p:nvSpPr>
          <p:cNvPr id="9" name="Footer Placeholder 5">
            <a:extLst>
              <a:ext uri="{FF2B5EF4-FFF2-40B4-BE49-F238E27FC236}">
                <a16:creationId xmlns:a16="http://schemas.microsoft.com/office/drawing/2014/main" id="{431432E4-BA69-9DA5-4717-E3EA0C6F7E1D}"/>
              </a:ext>
            </a:extLst>
          </p:cNvPr>
          <p:cNvSpPr>
            <a:spLocks noGrp="1"/>
          </p:cNvSpPr>
          <p:nvPr>
            <p:ph type="ftr" sz="quarter" idx="11"/>
          </p:nvPr>
        </p:nvSpPr>
        <p:spPr>
          <a:xfrm>
            <a:off x="1524000" y="6343955"/>
            <a:ext cx="2805405" cy="365125"/>
          </a:xfrm>
        </p:spPr>
        <p:txBody>
          <a:bodyPr/>
          <a:lstStyle/>
          <a:p>
            <a:r>
              <a:rPr lang="en-US"/>
              <a:t>Sample Footer Text</a:t>
            </a:r>
          </a:p>
        </p:txBody>
      </p:sp>
      <p:sp>
        <p:nvSpPr>
          <p:cNvPr id="8" name="Date Placeholder 4">
            <a:extLst>
              <a:ext uri="{FF2B5EF4-FFF2-40B4-BE49-F238E27FC236}">
                <a16:creationId xmlns:a16="http://schemas.microsoft.com/office/drawing/2014/main" id="{109ADB64-53B3-115D-AECE-9573AE4F6B50}"/>
              </a:ext>
            </a:extLst>
          </p:cNvPr>
          <p:cNvSpPr>
            <a:spLocks noGrp="1"/>
          </p:cNvSpPr>
          <p:nvPr>
            <p:ph type="dt" sz="half" idx="10"/>
          </p:nvPr>
        </p:nvSpPr>
        <p:spPr>
          <a:xfrm>
            <a:off x="8429310" y="6343955"/>
            <a:ext cx="2202644" cy="365125"/>
          </a:xfrm>
        </p:spPr>
        <p:txBody>
          <a:bodyPr/>
          <a:lstStyle/>
          <a:p>
            <a:fld id="{2086C921-50A5-4289-8B96-30101E64A548}" type="datetime1">
              <a:rPr lang="en-US" smtClean="0"/>
              <a:t>12/4/25</a:t>
            </a:fld>
            <a:endParaRPr lang="en-US"/>
          </a:p>
        </p:txBody>
      </p:sp>
      <p:sp>
        <p:nvSpPr>
          <p:cNvPr id="10" name="Slide Number Placeholder 6">
            <a:extLst>
              <a:ext uri="{FF2B5EF4-FFF2-40B4-BE49-F238E27FC236}">
                <a16:creationId xmlns:a16="http://schemas.microsoft.com/office/drawing/2014/main" id="{B4E7037E-3D24-9B01-B8A9-56A86C69701E}"/>
              </a:ext>
            </a:extLst>
          </p:cNvPr>
          <p:cNvSpPr>
            <a:spLocks noGrp="1"/>
          </p:cNvSpPr>
          <p:nvPr>
            <p:ph type="sldNum" sz="quarter" idx="12"/>
          </p:nvPr>
        </p:nvSpPr>
        <p:spPr>
          <a:xfrm>
            <a:off x="10972801" y="6343954"/>
            <a:ext cx="609600" cy="365125"/>
          </a:xfrm>
        </p:spPr>
        <p:txBody>
          <a:bodyPr/>
          <a:lstStyle/>
          <a:p>
            <a:fld id="{AEAA3239-9EA4-4A65-A281-97F994456D9F}" type="slidenum">
              <a:rPr lang="en-US" smtClean="0"/>
              <a:t>‹#›</a:t>
            </a:fld>
            <a:endParaRPr lang="en-US"/>
          </a:p>
        </p:txBody>
      </p:sp>
      <p:cxnSp>
        <p:nvCxnSpPr>
          <p:cNvPr id="11" name="Straight Connector 10">
            <a:extLst>
              <a:ext uri="{FF2B5EF4-FFF2-40B4-BE49-F238E27FC236}">
                <a16:creationId xmlns:a16="http://schemas.microsoft.com/office/drawing/2014/main" id="{B6245B12-231B-F569-B506-50857FF5F058}"/>
              </a:ext>
              <a:ext uri="{C183D7F6-B498-43B3-948B-1728B52AA6E4}">
                <adec:decorative xmlns:adec="http://schemas.microsoft.com/office/drawing/2017/decorative" val="1"/>
              </a:ext>
            </a:extLst>
          </p:cNvPr>
          <p:cNvCxnSpPr>
            <a:cxnSpLocks/>
          </p:cNvCxnSpPr>
          <p:nvPr userDrawn="1"/>
        </p:nvCxnSpPr>
        <p:spPr>
          <a:xfrm>
            <a:off x="841248" y="1112520"/>
            <a:ext cx="0" cy="5745480"/>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014749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AEAA3239-9EA4-4A65-A281-97F994456D9F}" type="slidenum">
              <a:rPr lang="en-US" smtClean="0"/>
              <a:t>‹#›</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18922BC5-E711-4A36-A80E-0A418F83672D}" type="datetime1">
              <a:rPr lang="en-US" smtClean="0"/>
              <a:t>12/4/25</a:t>
            </a:fld>
            <a:endParaRPr lang="en-US"/>
          </a:p>
        </p:txBody>
      </p:sp>
    </p:spTree>
    <p:extLst>
      <p:ext uri="{BB962C8B-B14F-4D97-AF65-F5344CB8AC3E}">
        <p14:creationId xmlns:p14="http://schemas.microsoft.com/office/powerpoint/2010/main" val="41273505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31520" y="731519"/>
            <a:ext cx="3108960" cy="2651760"/>
          </a:xfrm>
        </p:spPr>
        <p:txBody>
          <a:bodyPr anchor="t">
            <a:noAutofit/>
          </a:bodyPr>
          <a:lstStyle>
            <a:lvl1pPr>
              <a:defRPr sz="4000"/>
            </a:lvl1pPr>
          </a:lstStyle>
          <a:p>
            <a:r>
              <a:rPr lang="en-US"/>
              <a:t>Click to edit Master title style</a:t>
            </a:r>
          </a:p>
        </p:txBody>
      </p:sp>
      <p:sp>
        <p:nvSpPr>
          <p:cNvPr id="9" name="Text Placeholder 2">
            <a:extLst>
              <a:ext uri="{FF2B5EF4-FFF2-40B4-BE49-F238E27FC236}">
                <a16:creationId xmlns:a16="http://schemas.microsoft.com/office/drawing/2014/main" id="{5ED79D4C-84E4-DE7D-6224-9B34D3EC7A52}"/>
              </a:ext>
            </a:extLst>
          </p:cNvPr>
          <p:cNvSpPr>
            <a:spLocks noGrp="1"/>
          </p:cNvSpPr>
          <p:nvPr>
            <p:ph type="body" sz="half" idx="13"/>
          </p:nvPr>
        </p:nvSpPr>
        <p:spPr>
          <a:xfrm>
            <a:off x="731520" y="3439824"/>
            <a:ext cx="3108960" cy="2743200"/>
          </a:xfrm>
        </p:spPr>
        <p:txBody>
          <a:bodyPr>
            <a:normAutofit/>
          </a:bodyPr>
          <a:lstStyle>
            <a:lvl1pPr marL="0" indent="0">
              <a:buNone/>
              <a:defRPr sz="1400"/>
            </a:lvl1pPr>
          </a:lstStyle>
          <a:p>
            <a:r>
              <a:rPr lang="en-US"/>
              <a:t>Add a brief caption</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114800" y="685800"/>
            <a:ext cx="6440258" cy="5497224"/>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640080" y="6345936"/>
            <a:ext cx="609600" cy="365125"/>
          </a:xfrm>
        </p:spPr>
        <p:txBody>
          <a:bodyPr/>
          <a:lstStyle/>
          <a:p>
            <a:fld id="{AEAA3239-9EA4-4A65-A281-97F994456D9F}" type="slidenum">
              <a:rPr lang="en-US" smtClean="0"/>
              <a:t>‹#›</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81D94988-488B-40CC-9623-27A54F95F7B4}" type="datetime1">
              <a:rPr lang="en-US" smtClean="0"/>
              <a:t>12/4/25</a:t>
            </a:fld>
            <a:endParaRPr lang="en-US"/>
          </a:p>
        </p:txBody>
      </p:sp>
      <p:grpSp>
        <p:nvGrpSpPr>
          <p:cNvPr id="12" name="Group 11">
            <a:extLst>
              <a:ext uri="{FF2B5EF4-FFF2-40B4-BE49-F238E27FC236}">
                <a16:creationId xmlns:a16="http://schemas.microsoft.com/office/drawing/2014/main" id="{0289281C-AACF-B0FF-0467-84E4A5880E0E}"/>
              </a:ext>
            </a:extLst>
          </p:cNvPr>
          <p:cNvGrpSpPr/>
          <p:nvPr userDrawn="1"/>
        </p:nvGrpSpPr>
        <p:grpSpPr>
          <a:xfrm flipV="1">
            <a:off x="11078040" y="5621541"/>
            <a:ext cx="504370" cy="544340"/>
            <a:chOff x="10917026" y="837879"/>
            <a:chExt cx="513774" cy="554490"/>
          </a:xfrm>
        </p:grpSpPr>
        <p:sp>
          <p:nvSpPr>
            <p:cNvPr id="13" name="Graphic 12">
              <a:extLst>
                <a:ext uri="{FF2B5EF4-FFF2-40B4-BE49-F238E27FC236}">
                  <a16:creationId xmlns:a16="http://schemas.microsoft.com/office/drawing/2014/main" id="{B8CC52C9-51C3-9020-0FCD-5EB77AB5B753}"/>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bg1"/>
                </a:solidFill>
              </a:endParaRPr>
            </a:p>
          </p:txBody>
        </p:sp>
        <p:sp>
          <p:nvSpPr>
            <p:cNvPr id="14" name="Graphic 13">
              <a:extLst>
                <a:ext uri="{FF2B5EF4-FFF2-40B4-BE49-F238E27FC236}">
                  <a16:creationId xmlns:a16="http://schemas.microsoft.com/office/drawing/2014/main" id="{6176F77F-F023-802F-E39B-3BED7F91082F}"/>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bg1"/>
                </a:solidFill>
              </a:endParaRPr>
            </a:p>
          </p:txBody>
        </p:sp>
        <p:sp>
          <p:nvSpPr>
            <p:cNvPr id="19" name="Graphic 15">
              <a:extLst>
                <a:ext uri="{FF2B5EF4-FFF2-40B4-BE49-F238E27FC236}">
                  <a16:creationId xmlns:a16="http://schemas.microsoft.com/office/drawing/2014/main" id="{B3DC35F6-01C6-9167-442E-69469D51012F}"/>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376589787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2E33D2F-D845-A10E-F9E5-C6C051C8E9B2}"/>
              </a:ext>
            </a:extLst>
          </p:cNvPr>
          <p:cNvSpPr>
            <a:spLocks noGrp="1"/>
          </p:cNvSpPr>
          <p:nvPr>
            <p:ph type="title"/>
          </p:nvPr>
        </p:nvSpPr>
        <p:spPr>
          <a:xfrm>
            <a:off x="731520" y="731519"/>
            <a:ext cx="3108960" cy="2651760"/>
          </a:xfrm>
        </p:spPr>
        <p:txBody>
          <a:bodyPr anchor="t">
            <a:noAutofit/>
          </a:bodyPr>
          <a:lstStyle>
            <a:lvl1pPr>
              <a:defRPr sz="4000"/>
            </a:lvl1pPr>
          </a:lstStyle>
          <a:p>
            <a:r>
              <a:rPr lang="en-US"/>
              <a:t>Click to edit Master title style</a:t>
            </a:r>
          </a:p>
        </p:txBody>
      </p:sp>
      <p:sp>
        <p:nvSpPr>
          <p:cNvPr id="9" name="Text Placeholder 2">
            <a:extLst>
              <a:ext uri="{FF2B5EF4-FFF2-40B4-BE49-F238E27FC236}">
                <a16:creationId xmlns:a16="http://schemas.microsoft.com/office/drawing/2014/main" id="{31625BF7-9F13-8163-32DF-576DC01B4C2A}"/>
              </a:ext>
            </a:extLst>
          </p:cNvPr>
          <p:cNvSpPr>
            <a:spLocks noGrp="1"/>
          </p:cNvSpPr>
          <p:nvPr>
            <p:ph type="body" sz="half" idx="13" hasCustomPrompt="1"/>
          </p:nvPr>
        </p:nvSpPr>
        <p:spPr>
          <a:xfrm>
            <a:off x="731520" y="3439824"/>
            <a:ext cx="3108960" cy="2743200"/>
          </a:xfrm>
        </p:spPr>
        <p:txBody>
          <a:bodyPr anchor="b">
            <a:normAutofit/>
          </a:bodyPr>
          <a:lstStyle>
            <a:lvl1pPr marL="0" indent="0">
              <a:buNone/>
              <a:defRPr sz="1400"/>
            </a:lvl1pPr>
          </a:lstStyle>
          <a:p>
            <a:r>
              <a:rPr lang="en-US"/>
              <a:t>Add a brief caption</a:t>
            </a:r>
          </a:p>
        </p:txBody>
      </p:sp>
      <p:sp>
        <p:nvSpPr>
          <p:cNvPr id="11" name="Rectangle 10">
            <a:extLst>
              <a:ext uri="{FF2B5EF4-FFF2-40B4-BE49-F238E27FC236}">
                <a16:creationId xmlns:a16="http://schemas.microsoft.com/office/drawing/2014/main" id="{8E09ABEC-9982-598E-3149-770B511C9DE5}"/>
              </a:ext>
              <a:ext uri="{C183D7F6-B498-43B3-948B-1728B52AA6E4}">
                <adec:decorative xmlns:adec="http://schemas.microsoft.com/office/drawing/2017/decorative" val="1"/>
              </a:ext>
            </a:extLst>
          </p:cNvPr>
          <p:cNvSpPr/>
          <p:nvPr userDrawn="1"/>
        </p:nvSpPr>
        <p:spPr>
          <a:xfrm>
            <a:off x="5121319" y="674976"/>
            <a:ext cx="6461081" cy="5508048"/>
          </a:xfrm>
          <a:prstGeom prst="rect">
            <a:avLst/>
          </a:prstGeom>
          <a:gradFill flip="none" rotWithShape="1">
            <a:gsLst>
              <a:gs pos="100000">
                <a:schemeClr val="accent4"/>
              </a:gs>
              <a:gs pos="0">
                <a:schemeClr val="accent2"/>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icture Placeholder 19">
            <a:extLst>
              <a:ext uri="{FF2B5EF4-FFF2-40B4-BE49-F238E27FC236}">
                <a16:creationId xmlns:a16="http://schemas.microsoft.com/office/drawing/2014/main" id="{1DC35CE5-7DA7-38B2-B181-D21792BC7058}"/>
              </a:ext>
            </a:extLst>
          </p:cNvPr>
          <p:cNvSpPr>
            <a:spLocks noGrp="1"/>
          </p:cNvSpPr>
          <p:nvPr>
            <p:ph type="pic" sz="quarter" idx="14" hasCustomPrompt="1"/>
          </p:nvPr>
        </p:nvSpPr>
        <p:spPr>
          <a:xfrm>
            <a:off x="5423071" y="976729"/>
            <a:ext cx="5857577" cy="4893720"/>
          </a:xfrm>
          <a:blipFill>
            <a:blip r:embed="rId2">
              <a:alphaModFix amt="60000"/>
            </a:blip>
            <a:stretch>
              <a:fillRect/>
            </a:stretch>
          </a:blipFill>
        </p:spPr>
        <p:txBody>
          <a:bodyPr/>
          <a:lstStyle>
            <a:lvl1pPr marL="0" indent="0">
              <a:buNone/>
              <a:defRPr/>
            </a:lvl1pPr>
          </a:lstStyle>
          <a:p>
            <a:r>
              <a:rPr lang="en-US"/>
              <a:t>  </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640080" y="6345936"/>
            <a:ext cx="609600" cy="365125"/>
          </a:xfrm>
        </p:spPr>
        <p:txBody>
          <a:bodyPr/>
          <a:lstStyle/>
          <a:p>
            <a:fld id="{AEAA3239-9EA4-4A65-A281-97F994456D9F}" type="slidenum">
              <a:rPr lang="en-US" smtClean="0"/>
              <a:t>‹#›</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FA3C7011-18F0-49E4-85C9-3E22BE44E3EB}" type="datetime1">
              <a:rPr lang="en-US" smtClean="0"/>
              <a:t>12/4/25</a:t>
            </a:fld>
            <a:endParaRPr lang="en-US"/>
          </a:p>
        </p:txBody>
      </p:sp>
      <p:grpSp>
        <p:nvGrpSpPr>
          <p:cNvPr id="3" name="Group 2">
            <a:extLst>
              <a:ext uri="{FF2B5EF4-FFF2-40B4-BE49-F238E27FC236}">
                <a16:creationId xmlns:a16="http://schemas.microsoft.com/office/drawing/2014/main" id="{C6EBE213-1163-A018-F201-B0DD52F061C6}"/>
              </a:ext>
            </a:extLst>
          </p:cNvPr>
          <p:cNvGrpSpPr/>
          <p:nvPr userDrawn="1"/>
        </p:nvGrpSpPr>
        <p:grpSpPr>
          <a:xfrm>
            <a:off x="4150304" y="685800"/>
            <a:ext cx="504370" cy="544340"/>
            <a:chOff x="10917026" y="837879"/>
            <a:chExt cx="513774" cy="554490"/>
          </a:xfrm>
        </p:grpSpPr>
        <p:sp>
          <p:nvSpPr>
            <p:cNvPr id="4" name="Graphic 12">
              <a:extLst>
                <a:ext uri="{FF2B5EF4-FFF2-40B4-BE49-F238E27FC236}">
                  <a16:creationId xmlns:a16="http://schemas.microsoft.com/office/drawing/2014/main" id="{FA467C1C-1AD4-E57D-1EC5-1D2A5FC57C4F}"/>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solidFill>
                  <a:schemeClr val="accent2"/>
                </a:solidFill>
              </a:endParaRPr>
            </a:p>
          </p:txBody>
        </p:sp>
        <p:sp>
          <p:nvSpPr>
            <p:cNvPr id="10" name="Graphic 13">
              <a:extLst>
                <a:ext uri="{FF2B5EF4-FFF2-40B4-BE49-F238E27FC236}">
                  <a16:creationId xmlns:a16="http://schemas.microsoft.com/office/drawing/2014/main" id="{3A06BD60-6631-D2A4-5F55-5879D66B4F4D}"/>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solidFill>
                  <a:schemeClr val="accent2"/>
                </a:solidFill>
              </a:endParaRPr>
            </a:p>
          </p:txBody>
        </p:sp>
        <p:sp>
          <p:nvSpPr>
            <p:cNvPr id="12" name="Graphic 15">
              <a:extLst>
                <a:ext uri="{FF2B5EF4-FFF2-40B4-BE49-F238E27FC236}">
                  <a16:creationId xmlns:a16="http://schemas.microsoft.com/office/drawing/2014/main" id="{0E268D3C-723F-37BB-17D1-79FA50F88138}"/>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solidFill>
                  <a:schemeClr val="accent2"/>
                </a:solidFill>
              </a:endParaRPr>
            </a:p>
          </p:txBody>
        </p:sp>
      </p:grpSp>
    </p:spTree>
    <p:extLst>
      <p:ext uri="{BB962C8B-B14F-4D97-AF65-F5344CB8AC3E}">
        <p14:creationId xmlns:p14="http://schemas.microsoft.com/office/powerpoint/2010/main" val="366379863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p:bg>
      <p:bgPr>
        <a:gradFill>
          <a:gsLst>
            <a:gs pos="100000">
              <a:schemeClr val="accent4"/>
            </a:gs>
            <a:gs pos="0">
              <a:schemeClr val="accent2"/>
            </a:gs>
          </a:gsLst>
          <a:lin ang="189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31520"/>
            <a:ext cx="10056254" cy="1798622"/>
          </a:xfrm>
        </p:spPr>
        <p:txBody>
          <a:bodyPr anchor="b">
            <a:normAutofit/>
          </a:bodyPr>
          <a:lstStyle>
            <a:lvl1pPr>
              <a:defRPr sz="60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731520" y="2941593"/>
            <a:ext cx="10951037" cy="27731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Slide Number Placeholder 7">
            <a:extLst>
              <a:ext uri="{FF2B5EF4-FFF2-40B4-BE49-F238E27FC236}">
                <a16:creationId xmlns:a16="http://schemas.microsoft.com/office/drawing/2014/main" id="{14ACF6E0-81BA-C6A9-13FC-B271E985470E}"/>
              </a:ext>
            </a:extLst>
          </p:cNvPr>
          <p:cNvSpPr>
            <a:spLocks noGrp="1"/>
          </p:cNvSpPr>
          <p:nvPr>
            <p:ph type="sldNum" sz="quarter" idx="12"/>
          </p:nvPr>
        </p:nvSpPr>
        <p:spPr>
          <a:xfrm>
            <a:off x="533400" y="6343955"/>
            <a:ext cx="609600" cy="365125"/>
          </a:xfrm>
        </p:spPr>
        <p:txBody>
          <a:bodyPr/>
          <a:lstStyle>
            <a:lvl1pPr>
              <a:defRPr>
                <a:solidFill>
                  <a:schemeClr val="tx1"/>
                </a:solidFill>
              </a:defRPr>
            </a:lvl1pPr>
          </a:lstStyle>
          <a:p>
            <a:fld id="{AEAA3239-9EA4-4A65-A281-97F994456D9F}" type="slidenum">
              <a:rPr lang="en-US" smtClean="0"/>
              <a:pPr/>
              <a:t>‹#›</a:t>
            </a:fld>
            <a:endParaRPr lang="en-US"/>
          </a:p>
        </p:txBody>
      </p:sp>
      <p:sp>
        <p:nvSpPr>
          <p:cNvPr id="9" name="Footer Placeholder 4">
            <a:extLst>
              <a:ext uri="{FF2B5EF4-FFF2-40B4-BE49-F238E27FC236}">
                <a16:creationId xmlns:a16="http://schemas.microsoft.com/office/drawing/2014/main" id="{2101A0C6-0C6D-EBD8-D57E-7C85E02543AE}"/>
              </a:ext>
            </a:extLst>
          </p:cNvPr>
          <p:cNvSpPr>
            <a:spLocks noGrp="1"/>
          </p:cNvSpPr>
          <p:nvPr>
            <p:ph type="ftr" sz="quarter" idx="11"/>
          </p:nvPr>
        </p:nvSpPr>
        <p:spPr>
          <a:xfrm>
            <a:off x="1524000" y="6343955"/>
            <a:ext cx="2805405" cy="365125"/>
          </a:xfrm>
        </p:spPr>
        <p:txBody>
          <a:bodyPr/>
          <a:lstStyle>
            <a:lvl1pPr>
              <a:defRPr>
                <a:solidFill>
                  <a:schemeClr val="tx1"/>
                </a:solidFill>
              </a:defRPr>
            </a:lvl1pPr>
          </a:lstStyle>
          <a:p>
            <a:r>
              <a:rPr lang="en-US"/>
              <a:t>Sample Footer Text</a:t>
            </a:r>
          </a:p>
        </p:txBody>
      </p:sp>
      <p:sp>
        <p:nvSpPr>
          <p:cNvPr id="7" name="Date Placeholder 3">
            <a:extLst>
              <a:ext uri="{FF2B5EF4-FFF2-40B4-BE49-F238E27FC236}">
                <a16:creationId xmlns:a16="http://schemas.microsoft.com/office/drawing/2014/main" id="{9823B180-AF77-D3D2-D86A-C1A912482B08}"/>
              </a:ext>
            </a:extLst>
          </p:cNvPr>
          <p:cNvSpPr>
            <a:spLocks noGrp="1"/>
          </p:cNvSpPr>
          <p:nvPr>
            <p:ph type="dt" sz="half" idx="10"/>
          </p:nvPr>
        </p:nvSpPr>
        <p:spPr>
          <a:xfrm>
            <a:off x="9379756" y="6343955"/>
            <a:ext cx="2202644" cy="365125"/>
          </a:xfrm>
        </p:spPr>
        <p:txBody>
          <a:bodyPr/>
          <a:lstStyle>
            <a:lvl1pPr>
              <a:defRPr>
                <a:solidFill>
                  <a:schemeClr val="tx1"/>
                </a:solidFill>
              </a:defRPr>
            </a:lvl1pPr>
          </a:lstStyle>
          <a:p>
            <a:fld id="{1D3D1E3E-5DD4-4BAD-A138-1254BF94C224}" type="datetime1">
              <a:rPr lang="en-US" smtClean="0"/>
              <a:pPr/>
              <a:t>12/4/25</a:t>
            </a:fld>
            <a:endParaRPr lang="en-US"/>
          </a:p>
        </p:txBody>
      </p:sp>
      <p:grpSp>
        <p:nvGrpSpPr>
          <p:cNvPr id="11" name="Group 10">
            <a:extLst>
              <a:ext uri="{FF2B5EF4-FFF2-40B4-BE49-F238E27FC236}">
                <a16:creationId xmlns:a16="http://schemas.microsoft.com/office/drawing/2014/main" id="{A0B99BEF-0A23-3355-F5D8-5D137FBE5DDE}"/>
              </a:ext>
            </a:extLst>
          </p:cNvPr>
          <p:cNvGrpSpPr/>
          <p:nvPr userDrawn="1"/>
        </p:nvGrpSpPr>
        <p:grpSpPr>
          <a:xfrm>
            <a:off x="11078040" y="685800"/>
            <a:ext cx="504370" cy="544340"/>
            <a:chOff x="10917026" y="837879"/>
            <a:chExt cx="513774" cy="554490"/>
          </a:xfrm>
        </p:grpSpPr>
        <p:sp>
          <p:nvSpPr>
            <p:cNvPr id="12" name="Graphic 12">
              <a:extLst>
                <a:ext uri="{FF2B5EF4-FFF2-40B4-BE49-F238E27FC236}">
                  <a16:creationId xmlns:a16="http://schemas.microsoft.com/office/drawing/2014/main" id="{7304BEE7-C610-4182-63C6-CC6EB50F6181}"/>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tx1"/>
            </a:solidFill>
            <a:ln w="422" cap="flat">
              <a:noFill/>
              <a:prstDash val="solid"/>
              <a:miter/>
            </a:ln>
          </p:spPr>
          <p:txBody>
            <a:bodyPr rtlCol="0" anchor="ctr"/>
            <a:lstStyle/>
            <a:p>
              <a:endParaRPr lang="en-US">
                <a:solidFill>
                  <a:schemeClr val="bg1"/>
                </a:solidFill>
              </a:endParaRPr>
            </a:p>
          </p:txBody>
        </p:sp>
        <p:sp>
          <p:nvSpPr>
            <p:cNvPr id="13" name="Graphic 13">
              <a:extLst>
                <a:ext uri="{FF2B5EF4-FFF2-40B4-BE49-F238E27FC236}">
                  <a16:creationId xmlns:a16="http://schemas.microsoft.com/office/drawing/2014/main" id="{339C8AB5-292D-0A63-B066-3D790891A6C9}"/>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tx1"/>
            </a:solidFill>
            <a:ln w="603" cap="flat">
              <a:noFill/>
              <a:prstDash val="solid"/>
              <a:miter/>
            </a:ln>
          </p:spPr>
          <p:txBody>
            <a:bodyPr rtlCol="0" anchor="ctr"/>
            <a:lstStyle/>
            <a:p>
              <a:endParaRPr lang="en-US">
                <a:solidFill>
                  <a:schemeClr val="bg1"/>
                </a:solidFill>
              </a:endParaRPr>
            </a:p>
          </p:txBody>
        </p:sp>
        <p:sp>
          <p:nvSpPr>
            <p:cNvPr id="14" name="Graphic 15">
              <a:extLst>
                <a:ext uri="{FF2B5EF4-FFF2-40B4-BE49-F238E27FC236}">
                  <a16:creationId xmlns:a16="http://schemas.microsoft.com/office/drawing/2014/main" id="{41F6A1FE-B32F-D442-D463-82EAC098DA62}"/>
                </a:ext>
                <a:ext uri="{C183D7F6-B498-43B3-948B-1728B52AA6E4}">
                  <adec:decorative xmlns:adec="http://schemas.microsoft.com/office/drawing/2017/decorative" val="1"/>
                </a:ext>
              </a:extLst>
            </p:cNvPr>
            <p:cNvSpPr/>
            <p:nvPr userDrawn="1"/>
          </p:nvSpPr>
          <p:spPr>
            <a:xfrm>
              <a:off x="10917026" y="1264655"/>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tx1"/>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3510449072"/>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clusion 2">
    <p:bg>
      <p:bgPr>
        <a:gradFill>
          <a:gsLst>
            <a:gs pos="100000">
              <a:schemeClr val="accent4"/>
            </a:gs>
            <a:gs pos="0">
              <a:schemeClr val="accent2"/>
            </a:gs>
          </a:gsLst>
          <a:lin ang="189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55065"/>
            <a:ext cx="6383298" cy="1734658"/>
          </a:xfrm>
        </p:spPr>
        <p:txBody>
          <a:bodyPr anchor="b">
            <a:noAutofit/>
          </a:bodyPr>
          <a:lstStyle>
            <a:lvl1pPr>
              <a:defRPr sz="6000">
                <a:solidFill>
                  <a:schemeClr val="tx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31520" y="3531566"/>
            <a:ext cx="6383201" cy="1557567"/>
          </a:xfrm>
        </p:spPr>
        <p:txBody>
          <a:bodyPr>
            <a:noAutofit/>
          </a:bodyPr>
          <a:lstStyle>
            <a:lvl1pPr marL="0" indent="0">
              <a:buNone/>
              <a:defRPr sz="2000">
                <a:solidFill>
                  <a:schemeClr val="tx2"/>
                </a:solidFill>
              </a:defRPr>
            </a:lvl1pPr>
            <a:lvl2pPr marL="228600" indent="0">
              <a:buNone/>
              <a:defRPr sz="2000">
                <a:solidFill>
                  <a:schemeClr val="tx2"/>
                </a:solidFill>
              </a:defRPr>
            </a:lvl2pPr>
            <a:lvl3pPr marL="457200" indent="0">
              <a:buNone/>
              <a:defRPr sz="2000">
                <a:solidFill>
                  <a:schemeClr val="tx2"/>
                </a:solidFill>
              </a:defRPr>
            </a:lvl3pPr>
            <a:lvl4pPr marL="685800" indent="0">
              <a:buNone/>
              <a:defRPr sz="2000">
                <a:solidFill>
                  <a:schemeClr val="tx2"/>
                </a:solidFill>
              </a:defRPr>
            </a:lvl4pPr>
            <a:lvl5pPr marL="914400" indent="0">
              <a:buNone/>
              <a:defRPr sz="20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Picture Placeholder 18">
            <a:extLst>
              <a:ext uri="{FF2B5EF4-FFF2-40B4-BE49-F238E27FC236}">
                <a16:creationId xmlns:a16="http://schemas.microsoft.com/office/drawing/2014/main" id="{4935463D-B16B-B454-3DC3-3F0914867489}"/>
              </a:ext>
            </a:extLst>
          </p:cNvPr>
          <p:cNvSpPr>
            <a:spLocks noGrp="1"/>
          </p:cNvSpPr>
          <p:nvPr>
            <p:ph type="pic" sz="quarter" idx="15" hasCustomPrompt="1"/>
          </p:nvPr>
        </p:nvSpPr>
        <p:spPr>
          <a:xfrm>
            <a:off x="7924799" y="1655065"/>
            <a:ext cx="3640099" cy="3640098"/>
          </a:xfrm>
          <a:custGeom>
            <a:avLst/>
            <a:gdLst>
              <a:gd name="connsiteX0" fmla="*/ 1853986 w 3707972"/>
              <a:gd name="connsiteY0" fmla="*/ 0 h 3707971"/>
              <a:gd name="connsiteX1" fmla="*/ 3707972 w 3707972"/>
              <a:gd name="connsiteY1" fmla="*/ 1853986 h 3707971"/>
              <a:gd name="connsiteX2" fmla="*/ 2043545 w 3707972"/>
              <a:gd name="connsiteY2" fmla="*/ 3698400 h 3707971"/>
              <a:gd name="connsiteX3" fmla="*/ 1854006 w 3707972"/>
              <a:gd name="connsiteY3" fmla="*/ 3707971 h 3707971"/>
              <a:gd name="connsiteX4" fmla="*/ 1853966 w 3707972"/>
              <a:gd name="connsiteY4" fmla="*/ 3707971 h 3707971"/>
              <a:gd name="connsiteX5" fmla="*/ 1664427 w 3707972"/>
              <a:gd name="connsiteY5" fmla="*/ 3698400 h 3707971"/>
              <a:gd name="connsiteX6" fmla="*/ 0 w 3707972"/>
              <a:gd name="connsiteY6" fmla="*/ 1853986 h 3707971"/>
              <a:gd name="connsiteX7" fmla="*/ 1853986 w 3707972"/>
              <a:gd name="connsiteY7" fmla="*/ 0 h 370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707972" h="3707971">
                <a:moveTo>
                  <a:pt x="1853986" y="0"/>
                </a:moveTo>
                <a:cubicBezTo>
                  <a:pt x="2877914" y="0"/>
                  <a:pt x="3707972" y="830058"/>
                  <a:pt x="3707972" y="1853986"/>
                </a:cubicBezTo>
                <a:cubicBezTo>
                  <a:pt x="3707972" y="2813919"/>
                  <a:pt x="2978429" y="3603458"/>
                  <a:pt x="2043545" y="3698400"/>
                </a:cubicBezTo>
                <a:lnTo>
                  <a:pt x="1854006" y="3707971"/>
                </a:lnTo>
                <a:lnTo>
                  <a:pt x="1853966" y="3707971"/>
                </a:lnTo>
                <a:lnTo>
                  <a:pt x="1664427" y="3698400"/>
                </a:lnTo>
                <a:cubicBezTo>
                  <a:pt x="729543" y="3603458"/>
                  <a:pt x="0" y="2813919"/>
                  <a:pt x="0" y="1853986"/>
                </a:cubicBezTo>
                <a:cubicBezTo>
                  <a:pt x="0" y="830058"/>
                  <a:pt x="830058" y="0"/>
                  <a:pt x="1853986" y="0"/>
                </a:cubicBezTo>
                <a:close/>
              </a:path>
            </a:pathLst>
          </a:custGeom>
          <a:blipFill>
            <a:blip r:embed="rId2">
              <a:alphaModFix amt="60000"/>
            </a:blip>
            <a:stretch>
              <a:fillRect/>
            </a:stretch>
          </a:blipFill>
        </p:spPr>
        <p:txBody>
          <a:bodyPr wrap="square" tIns="914400" anchor="t">
            <a:noAutofit/>
          </a:bodyPr>
          <a:lstStyle>
            <a:lvl1pPr algn="ctr">
              <a:buNone/>
              <a:defRPr sz="1600" b="0" i="0">
                <a:solidFill>
                  <a:schemeClr val="tx1"/>
                </a:solidFill>
                <a:latin typeface="+mn-lt"/>
              </a:defRPr>
            </a:lvl1pPr>
          </a:lstStyle>
          <a:p>
            <a:r>
              <a:rPr lang="en-US"/>
              <a:t>  </a:t>
            </a:r>
          </a:p>
        </p:txBody>
      </p:sp>
      <p:sp>
        <p:nvSpPr>
          <p:cNvPr id="13" name="Slide Number Placeholder 7">
            <a:extLst>
              <a:ext uri="{FF2B5EF4-FFF2-40B4-BE49-F238E27FC236}">
                <a16:creationId xmlns:a16="http://schemas.microsoft.com/office/drawing/2014/main" id="{2D4EE2D3-60C2-C211-D8EA-175E6CB964D8}"/>
              </a:ext>
            </a:extLst>
          </p:cNvPr>
          <p:cNvSpPr>
            <a:spLocks noGrp="1"/>
          </p:cNvSpPr>
          <p:nvPr>
            <p:ph type="sldNum" sz="quarter" idx="12"/>
          </p:nvPr>
        </p:nvSpPr>
        <p:spPr>
          <a:xfrm>
            <a:off x="533400" y="6343955"/>
            <a:ext cx="609600" cy="365125"/>
          </a:xfrm>
        </p:spPr>
        <p:txBody>
          <a:bodyPr/>
          <a:lstStyle>
            <a:lvl1pPr>
              <a:defRPr>
                <a:solidFill>
                  <a:schemeClr val="tx1"/>
                </a:solidFill>
              </a:defRPr>
            </a:lvl1pPr>
          </a:lstStyle>
          <a:p>
            <a:fld id="{AEAA3239-9EA4-4A65-A281-97F994456D9F}" type="slidenum">
              <a:rPr lang="en-US" smtClean="0"/>
              <a:pPr/>
              <a:t>‹#›</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D3D1E3E-5DD4-4BAD-A138-1254BF94C224}" type="datetime1">
              <a:rPr lang="en-US" smtClean="0"/>
              <a:pPr/>
              <a:t>12/4/25</a:t>
            </a:fld>
            <a:endParaRPr lang="en-US"/>
          </a:p>
        </p:txBody>
      </p:sp>
      <p:grpSp>
        <p:nvGrpSpPr>
          <p:cNvPr id="26" name="Group 25">
            <a:extLst>
              <a:ext uri="{FF2B5EF4-FFF2-40B4-BE49-F238E27FC236}">
                <a16:creationId xmlns:a16="http://schemas.microsoft.com/office/drawing/2014/main" id="{F6EF1236-1402-EBC8-76E5-F7F39A7ACF55}"/>
              </a:ext>
            </a:extLst>
          </p:cNvPr>
          <p:cNvGrpSpPr/>
          <p:nvPr userDrawn="1"/>
        </p:nvGrpSpPr>
        <p:grpSpPr>
          <a:xfrm>
            <a:off x="8388140" y="1691849"/>
            <a:ext cx="3194260" cy="3561889"/>
            <a:chOff x="8176980" y="837879"/>
            <a:chExt cx="3253820" cy="3628304"/>
          </a:xfrm>
        </p:grpSpPr>
        <p:sp>
          <p:nvSpPr>
            <p:cNvPr id="27" name="Graphic 12">
              <a:extLst>
                <a:ext uri="{FF2B5EF4-FFF2-40B4-BE49-F238E27FC236}">
                  <a16:creationId xmlns:a16="http://schemas.microsoft.com/office/drawing/2014/main" id="{4474C7D0-F564-35BA-EC45-EF0D41EFCEE5}"/>
                </a:ext>
                <a:ext uri="{C183D7F6-B498-43B3-948B-1728B52AA6E4}">
                  <adec:decorative xmlns:adec="http://schemas.microsoft.com/office/drawing/2017/decorative" val="1"/>
                </a:ext>
              </a:extLst>
            </p:cNvPr>
            <p:cNvSpPr/>
            <p:nvPr userDrawn="1"/>
          </p:nvSpPr>
          <p:spPr>
            <a:xfrm>
              <a:off x="11339662" y="106717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tx1"/>
            </a:solidFill>
            <a:ln w="422" cap="flat">
              <a:noFill/>
              <a:prstDash val="solid"/>
              <a:miter/>
            </a:ln>
          </p:spPr>
          <p:txBody>
            <a:bodyPr rtlCol="0" anchor="ctr"/>
            <a:lstStyle/>
            <a:p>
              <a:endParaRPr lang="en-US">
                <a:solidFill>
                  <a:schemeClr val="bg1"/>
                </a:solidFill>
              </a:endParaRPr>
            </a:p>
          </p:txBody>
        </p:sp>
        <p:sp>
          <p:nvSpPr>
            <p:cNvPr id="28" name="Graphic 13">
              <a:extLst>
                <a:ext uri="{FF2B5EF4-FFF2-40B4-BE49-F238E27FC236}">
                  <a16:creationId xmlns:a16="http://schemas.microsoft.com/office/drawing/2014/main" id="{2492F345-45E5-E870-28A0-7AF744060470}"/>
                </a:ext>
                <a:ext uri="{C183D7F6-B498-43B3-948B-1728B52AA6E4}">
                  <adec:decorative xmlns:adec="http://schemas.microsoft.com/office/drawing/2017/decorative" val="1"/>
                </a:ext>
              </a:extLst>
            </p:cNvPr>
            <p:cNvSpPr/>
            <p:nvPr userDrawn="1"/>
          </p:nvSpPr>
          <p:spPr>
            <a:xfrm>
              <a:off x="10980882" y="83787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tx1"/>
            </a:solidFill>
            <a:ln w="603" cap="flat">
              <a:noFill/>
              <a:prstDash val="solid"/>
              <a:miter/>
            </a:ln>
          </p:spPr>
          <p:txBody>
            <a:bodyPr rtlCol="0" anchor="ctr"/>
            <a:lstStyle/>
            <a:p>
              <a:endParaRPr lang="en-US">
                <a:solidFill>
                  <a:schemeClr val="bg1"/>
                </a:solidFill>
              </a:endParaRPr>
            </a:p>
          </p:txBody>
        </p:sp>
        <p:sp>
          <p:nvSpPr>
            <p:cNvPr id="29" name="Graphic 15">
              <a:extLst>
                <a:ext uri="{FF2B5EF4-FFF2-40B4-BE49-F238E27FC236}">
                  <a16:creationId xmlns:a16="http://schemas.microsoft.com/office/drawing/2014/main" id="{8868799D-9F7D-A469-E759-94A78C8F16E0}"/>
                </a:ext>
                <a:ext uri="{C183D7F6-B498-43B3-948B-1728B52AA6E4}">
                  <adec:decorative xmlns:adec="http://schemas.microsoft.com/office/drawing/2017/decorative" val="1"/>
                </a:ext>
              </a:extLst>
            </p:cNvPr>
            <p:cNvSpPr/>
            <p:nvPr userDrawn="1"/>
          </p:nvSpPr>
          <p:spPr>
            <a:xfrm>
              <a:off x="8176980" y="4338469"/>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tx1"/>
            </a:solidFill>
            <a:ln w="610" cap="flat">
              <a:noFill/>
              <a:prstDash val="solid"/>
              <a:miter/>
            </a:ln>
          </p:spPr>
          <p:txBody>
            <a:bodyPr rtlCol="0" anchor="ctr"/>
            <a:lstStyle/>
            <a:p>
              <a:endParaRPr lang="en-US">
                <a:solidFill>
                  <a:schemeClr val="bg1"/>
                </a:solidFill>
              </a:endParaRPr>
            </a:p>
          </p:txBody>
        </p:sp>
      </p:grpSp>
    </p:spTree>
    <p:extLst>
      <p:ext uri="{BB962C8B-B14F-4D97-AF65-F5344CB8AC3E}">
        <p14:creationId xmlns:p14="http://schemas.microsoft.com/office/powerpoint/2010/main" val="235912705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379756" y="6343955"/>
            <a:ext cx="2202644" cy="365125"/>
          </a:xfrm>
          <a:prstGeom prst="rect">
            <a:avLst/>
          </a:prstGeom>
        </p:spPr>
        <p:txBody>
          <a:bodyPr vert="horz" lIns="91440" tIns="45720" rIns="91440" bIns="45720" rtlCol="0" anchor="ctr"/>
          <a:lstStyle>
            <a:lvl1pPr algn="r" rtl="0">
              <a:defRPr sz="1000" b="0" i="0">
                <a:solidFill>
                  <a:schemeClr val="bg1">
                    <a:lumMod val="65000"/>
                  </a:schemeClr>
                </a:solidFill>
                <a:latin typeface="+mn-lt"/>
              </a:defRPr>
            </a:lvl1pPr>
          </a:lstStyle>
          <a:p>
            <a:fld id="{7DF4F7BB-A1DF-4BD2-8D5B-CA9EB40127CE}" type="datetime1">
              <a:rPr lang="en-US" smtClean="0"/>
              <a:pPr/>
              <a:t>12/4/25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524000" y="6343955"/>
            <a:ext cx="2805405" cy="365125"/>
          </a:xfrm>
          <a:prstGeom prst="rect">
            <a:avLst/>
          </a:prstGeom>
        </p:spPr>
        <p:txBody>
          <a:bodyPr vert="horz" lIns="91440" tIns="45720" rIns="91440" bIns="45720" rtlCol="0" anchor="ctr"/>
          <a:lstStyle>
            <a:lvl1pPr algn="l" rtl="0">
              <a:defRPr sz="1000" b="0" i="0">
                <a:solidFill>
                  <a:schemeClr val="bg1">
                    <a:lumMod val="65000"/>
                  </a:schemeClr>
                </a:solidFill>
                <a:latin typeface="+mn-lt"/>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533400" y="685801"/>
            <a:ext cx="609600" cy="365125"/>
          </a:xfrm>
          <a:prstGeom prst="rect">
            <a:avLst/>
          </a:prstGeom>
        </p:spPr>
        <p:txBody>
          <a:bodyPr vert="horz" lIns="91440" tIns="45720" rIns="91440" bIns="45720" rtlCol="0" anchor="ctr"/>
          <a:lstStyle>
            <a:lvl1pPr algn="l" rtl="0">
              <a:defRPr sz="1800" b="1" i="0">
                <a:solidFill>
                  <a:schemeClr val="accent2"/>
                </a:solidFill>
                <a:latin typeface="+mn-lt"/>
              </a:defRPr>
            </a:lvl1pPr>
          </a:lstStyle>
          <a:p>
            <a:fld id="{AEAA3239-9EA4-4A65-A281-97F994456D9F}" type="slidenum">
              <a:rPr lang="en-US" smtClean="0"/>
              <a:pPr/>
              <a:t>‹#›</a:t>
            </a:fld>
            <a:endParaRPr lang="en-US"/>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524000" y="1833296"/>
            <a:ext cx="10058400" cy="43389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524000" y="731520"/>
            <a:ext cx="10058400" cy="1004732"/>
          </a:xfrm>
          <a:prstGeom prst="rect">
            <a:avLst/>
          </a:prstGeom>
        </p:spPr>
        <p:txBody>
          <a:bodyPr vert="horz" lIns="91440" tIns="45720" rIns="91440" bIns="45720" rtlCol="0" anchor="b">
            <a:normAutofit/>
          </a:bodyPr>
          <a:lstStyle/>
          <a:p>
            <a:r>
              <a:rPr lang="en-US"/>
              <a:t>Click to edit Master title style</a:t>
            </a:r>
          </a:p>
        </p:txBody>
      </p:sp>
    </p:spTree>
    <p:extLst>
      <p:ext uri="{BB962C8B-B14F-4D97-AF65-F5344CB8AC3E}">
        <p14:creationId xmlns:p14="http://schemas.microsoft.com/office/powerpoint/2010/main" val="3335085557"/>
      </p:ext>
    </p:extLst>
  </p:cSld>
  <p:clrMap bg1="lt1" tx1="dk1" bg2="lt2" tx2="dk2" accent1="accent1" accent2="accent2" accent3="accent3" accent4="accent4" accent5="accent5" accent6="accent6" hlink="hlink" folHlink="folHlink"/>
  <p:sldLayoutIdLst>
    <p:sldLayoutId id="2147483899" r:id="rId1"/>
    <p:sldLayoutId id="2147483894" r:id="rId2"/>
    <p:sldLayoutId id="2147483898" r:id="rId3"/>
    <p:sldLayoutId id="2147483900" r:id="rId4"/>
    <p:sldLayoutId id="2147483893" r:id="rId5"/>
    <p:sldLayoutId id="2147483895" r:id="rId6"/>
    <p:sldLayoutId id="2147483896" r:id="rId7"/>
    <p:sldLayoutId id="2147483897" r:id="rId8"/>
    <p:sldLayoutId id="2147483901" r:id="rId9"/>
    <p:sldLayoutId id="2147483902" r:id="rId10"/>
    <p:sldLayoutId id="2147483903" r:id="rId11"/>
    <p:sldLayoutId id="2147483904" r:id="rId12"/>
    <p:sldLayoutId id="2147483905" r:id="rId13"/>
    <p:sldLayoutId id="2147483906" r:id="rId14"/>
    <p:sldLayoutId id="2147483907" r:id="rId15"/>
    <p:sldLayoutId id="2147483908" r:id="rId16"/>
    <p:sldLayoutId id="2147483909" r:id="rId17"/>
    <p:sldLayoutId id="2147483910" r:id="rId18"/>
    <p:sldLayoutId id="2147483911" r:id="rId19"/>
    <p:sldLayoutId id="2147483912" r:id="rId20"/>
    <p:sldLayoutId id="2147483913" r:id="rId21"/>
    <p:sldLayoutId id="2147483914" r:id="rId22"/>
    <p:sldLayoutId id="2147483915" r:id="rId23"/>
    <p:sldLayoutId id="2147483916" r:id="rId24"/>
    <p:sldLayoutId id="2147483917" r:id="rId25"/>
    <p:sldLayoutId id="2147483918" r:id="rId26"/>
    <p:sldLayoutId id="2147483919" r:id="rId27"/>
    <p:sldLayoutId id="2147483920" r:id="rId28"/>
    <p:sldLayoutId id="2147483921" r:id="rId29"/>
    <p:sldLayoutId id="2147483922" r:id="rId30"/>
    <p:sldLayoutId id="2147483923" r:id="rId31"/>
    <p:sldLayoutId id="2147483924" r:id="rId32"/>
    <p:sldLayoutId id="2147483925" r:id="rId33"/>
    <p:sldLayoutId id="2147483926" r:id="rId34"/>
    <p:sldLayoutId id="2147483927" r:id="rId35"/>
    <p:sldLayoutId id="2147483928" r:id="rId36"/>
    <p:sldLayoutId id="2147483929" r:id="rId37"/>
    <p:sldLayoutId id="2147483931" r:id="rId38"/>
    <p:sldLayoutId id="2147483932" r:id="rId39"/>
    <p:sldLayoutId id="2147483947" r:id="rId40"/>
    <p:sldLayoutId id="2147483936" r:id="rId41"/>
    <p:sldLayoutId id="2147483937" r:id="rId42"/>
    <p:sldLayoutId id="2147483938" r:id="rId43"/>
    <p:sldLayoutId id="2147483939" r:id="rId44"/>
    <p:sldLayoutId id="2147483940" r:id="rId45"/>
    <p:sldLayoutId id="2147483941" r:id="rId46"/>
    <p:sldLayoutId id="2147483942" r:id="rId47"/>
    <p:sldLayoutId id="2147483943" r:id="rId48"/>
    <p:sldLayoutId id="2147483944" r:id="rId49"/>
    <p:sldLayoutId id="2147483945" r:id="rId50"/>
    <p:sldLayoutId id="2147483946" r:id="rId51"/>
  </p:sldLayoutIdLst>
  <p:hf sldNum="0" hdr="0" ftr="0" dt="0"/>
  <p:txStyles>
    <p:titleStyle>
      <a:lvl1pPr algn="l" defTabSz="914400" rtl="0" eaLnBrk="1" latinLnBrk="0" hangingPunct="1">
        <a:lnSpc>
          <a:spcPct val="80000"/>
        </a:lnSpc>
        <a:spcBef>
          <a:spcPct val="0"/>
        </a:spcBef>
        <a:buNone/>
        <a:defRPr sz="4000" b="1" i="0" kern="1200" cap="all" spc="0" baseline="0">
          <a:solidFill>
            <a:schemeClr val="tx2"/>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1800" b="0" i="0" kern="1200">
          <a:solidFill>
            <a:schemeClr val="tx2"/>
          </a:solidFill>
          <a:latin typeface="+mn-lt"/>
          <a:ea typeface="+mn-ea"/>
          <a:cs typeface="+mn-cs"/>
        </a:defRPr>
      </a:lvl1pPr>
      <a:lvl2pPr marL="457200" indent="-228600" algn="l" defTabSz="914400" rtl="0" eaLnBrk="1" latinLnBrk="0" hangingPunct="1">
        <a:lnSpc>
          <a:spcPct val="100000"/>
        </a:lnSpc>
        <a:spcBef>
          <a:spcPts val="500"/>
        </a:spcBef>
        <a:buFont typeface="Arial" panose="020B0604020202020204" pitchFamily="34" charset="0"/>
        <a:buChar char="•"/>
        <a:defRPr sz="1600" b="0" i="0" kern="1200">
          <a:solidFill>
            <a:schemeClr val="tx2"/>
          </a:solidFill>
          <a:latin typeface="+mn-lt"/>
          <a:ea typeface="+mn-ea"/>
          <a:cs typeface="+mn-cs"/>
        </a:defRPr>
      </a:lvl2pPr>
      <a:lvl3pPr marL="685800" indent="-228600" algn="l" defTabSz="914400" rtl="0" eaLnBrk="1" latinLnBrk="0" hangingPunct="1">
        <a:lnSpc>
          <a:spcPct val="100000"/>
        </a:lnSpc>
        <a:spcBef>
          <a:spcPts val="500"/>
        </a:spcBef>
        <a:buFont typeface="Arial" panose="020B0604020202020204" pitchFamily="34" charset="0"/>
        <a:buChar char="•"/>
        <a:defRPr sz="1400" b="0" i="0" kern="1200">
          <a:solidFill>
            <a:schemeClr val="tx2"/>
          </a:solidFill>
          <a:latin typeface="+mn-lt"/>
          <a:ea typeface="+mn-ea"/>
          <a:cs typeface="+mn-cs"/>
        </a:defRPr>
      </a:lvl3pPr>
      <a:lvl4pPr marL="914400" indent="-228600" algn="l" defTabSz="914400" rtl="0" eaLnBrk="1" latinLnBrk="0" hangingPunct="1">
        <a:lnSpc>
          <a:spcPct val="100000"/>
        </a:lnSpc>
        <a:spcBef>
          <a:spcPts val="500"/>
        </a:spcBef>
        <a:buFont typeface="Arial" panose="020B0604020202020204" pitchFamily="34" charset="0"/>
        <a:buChar char="•"/>
        <a:defRPr sz="1400" b="0" i="0" kern="1200">
          <a:solidFill>
            <a:schemeClr val="tx2"/>
          </a:solidFill>
          <a:latin typeface="+mn-lt"/>
          <a:ea typeface="+mn-ea"/>
          <a:cs typeface="+mn-cs"/>
        </a:defRPr>
      </a:lvl4pPr>
      <a:lvl5pPr marL="1143000" indent="-228600" algn="l" defTabSz="914400" rtl="0" eaLnBrk="1" latinLnBrk="0" hangingPunct="1">
        <a:lnSpc>
          <a:spcPct val="100000"/>
        </a:lnSpc>
        <a:spcBef>
          <a:spcPts val="500"/>
        </a:spcBef>
        <a:buFont typeface="Arial" panose="020B0604020202020204" pitchFamily="34" charset="0"/>
        <a:buChar char="•"/>
        <a:defRPr sz="1400" b="0" i="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orient="horz" pos="2160" userDrawn="1">
          <p15:clr>
            <a:srgbClr val="F26B43"/>
          </p15:clr>
        </p15:guide>
        <p15:guide id="24" pos="3840" userDrawn="1">
          <p15:clr>
            <a:srgbClr val="F26B43"/>
          </p15:clr>
        </p15:guide>
        <p15:guide id="25" pos="7296" userDrawn="1">
          <p15:clr>
            <a:srgbClr val="F26B43"/>
          </p15:clr>
        </p15:guide>
        <p15:guide id="26" pos="384"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2.xml"/><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4.xml"/><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keekar.ddns.net/" TargetMode="External"/><Relationship Id="rId2" Type="http://schemas.openxmlformats.org/officeDocument/2006/relationships/notesSlide" Target="../notesSlides/notesSlide16.xml"/><Relationship Id="rId1" Type="http://schemas.openxmlformats.org/officeDocument/2006/relationships/slideLayout" Target="../slideLayouts/slideLayout21.xml"/><Relationship Id="rId4"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8.xml"/><Relationship Id="rId1" Type="http://schemas.openxmlformats.org/officeDocument/2006/relationships/slideLayout" Target="../slideLayouts/slideLayout4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E19F0-54F5-1E64-2237-B33646A525F4}"/>
              </a:ext>
            </a:extLst>
          </p:cNvPr>
          <p:cNvSpPr>
            <a:spLocks noGrp="1"/>
          </p:cNvSpPr>
          <p:nvPr>
            <p:ph type="ctrTitle"/>
          </p:nvPr>
        </p:nvSpPr>
        <p:spPr>
          <a:xfrm>
            <a:off x="609601" y="4830149"/>
            <a:ext cx="9973455" cy="938784"/>
          </a:xfrm>
        </p:spPr>
        <p:txBody>
          <a:bodyPr anchor="b">
            <a:normAutofit/>
          </a:bodyPr>
          <a:lstStyle/>
          <a:p>
            <a:r>
              <a:rPr lang="en-US" sz="3300" dirty="0"/>
              <a:t>OSCAL Compliance Tool – Executive Demo</a:t>
            </a:r>
          </a:p>
        </p:txBody>
      </p:sp>
      <p:sp>
        <p:nvSpPr>
          <p:cNvPr id="3" name="Subtitle 2">
            <a:extLst>
              <a:ext uri="{FF2B5EF4-FFF2-40B4-BE49-F238E27FC236}">
                <a16:creationId xmlns:a16="http://schemas.microsoft.com/office/drawing/2014/main" id="{0457094F-EBFA-385A-C0CF-F5D90FCCBAE0}"/>
              </a:ext>
            </a:extLst>
          </p:cNvPr>
          <p:cNvSpPr>
            <a:spLocks noGrp="1"/>
          </p:cNvSpPr>
          <p:nvPr>
            <p:ph type="subTitle" idx="1"/>
          </p:nvPr>
        </p:nvSpPr>
        <p:spPr>
          <a:xfrm>
            <a:off x="609601" y="5799255"/>
            <a:ext cx="9973455" cy="457200"/>
          </a:xfrm>
        </p:spPr>
        <p:txBody>
          <a:bodyPr>
            <a:normAutofit/>
          </a:bodyPr>
          <a:lstStyle/>
          <a:p>
            <a:r>
              <a:rPr lang="en-US" dirty="0"/>
              <a:t>A comprehensive Overview of Compliance documents management</a:t>
            </a:r>
          </a:p>
        </p:txBody>
      </p:sp>
      <p:pic>
        <p:nvPicPr>
          <p:cNvPr id="4" name="Picture 3" descr="Digital financial graph">
            <a:extLst>
              <a:ext uri="{FF2B5EF4-FFF2-40B4-BE49-F238E27FC236}">
                <a16:creationId xmlns:a16="http://schemas.microsoft.com/office/drawing/2014/main" id="{998C3406-656D-4B21-BFDB-D54370CA178E}"/>
              </a:ext>
            </a:extLst>
          </p:cNvPr>
          <p:cNvPicPr>
            <a:picLocks noChangeAspect="1"/>
          </p:cNvPicPr>
          <p:nvPr/>
        </p:nvPicPr>
        <p:blipFill>
          <a:blip r:embed="rId3"/>
          <a:srcRect t="34516" b="8431"/>
          <a:stretch>
            <a:fillRect/>
          </a:stretch>
        </p:blipFill>
        <p:spPr>
          <a:xfrm>
            <a:off x="304800" y="304801"/>
            <a:ext cx="11582398" cy="3717042"/>
          </a:xfrm>
          <a:prstGeom prst="rect">
            <a:avLst/>
          </a:prstGeom>
          <a:noFill/>
        </p:spPr>
      </p:pic>
    </p:spTree>
    <p:extLst>
      <p:ext uri="{BB962C8B-B14F-4D97-AF65-F5344CB8AC3E}">
        <p14:creationId xmlns:p14="http://schemas.microsoft.com/office/powerpoint/2010/main" val="4169979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76E86-37EA-ECC3-4AD8-E133388A266B}"/>
              </a:ext>
            </a:extLst>
          </p:cNvPr>
          <p:cNvSpPr>
            <a:spLocks noGrp="1"/>
          </p:cNvSpPr>
          <p:nvPr>
            <p:ph type="ctrTitle"/>
          </p:nvPr>
        </p:nvSpPr>
        <p:spPr>
          <a:xfrm>
            <a:off x="840258" y="836956"/>
            <a:ext cx="9700055" cy="4550590"/>
          </a:xfrm>
        </p:spPr>
        <p:txBody>
          <a:bodyPr anchor="b">
            <a:normAutofit/>
          </a:bodyPr>
          <a:lstStyle/>
          <a:p>
            <a:r>
              <a:rPr lang="en-US" sz="5600" dirty="0"/>
              <a:t>Introduction</a:t>
            </a:r>
          </a:p>
        </p:txBody>
      </p:sp>
    </p:spTree>
    <p:extLst>
      <p:ext uri="{BB962C8B-B14F-4D97-AF65-F5344CB8AC3E}">
        <p14:creationId xmlns:p14="http://schemas.microsoft.com/office/powerpoint/2010/main" val="13523432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36E39-AA3A-344A-3B1B-3F20C5A7EE49}"/>
              </a:ext>
            </a:extLst>
          </p:cNvPr>
          <p:cNvSpPr>
            <a:spLocks noGrp="1"/>
          </p:cNvSpPr>
          <p:nvPr>
            <p:ph type="title"/>
          </p:nvPr>
        </p:nvSpPr>
        <p:spPr>
          <a:xfrm>
            <a:off x="5325761" y="254550"/>
            <a:ext cx="6866239" cy="689506"/>
          </a:xfrm>
        </p:spPr>
        <p:txBody>
          <a:bodyPr anchor="b">
            <a:normAutofit/>
          </a:bodyPr>
          <a:lstStyle/>
          <a:p>
            <a:r>
              <a:rPr lang="en-US" sz="3800" dirty="0"/>
              <a:t>Purpose of the Session</a:t>
            </a:r>
          </a:p>
        </p:txBody>
      </p:sp>
      <p:pic>
        <p:nvPicPr>
          <p:cNvPr id="5" name="Content Placeholder 4" descr="Teamwork concept with two businessman, &quot;searching&quot; and &quot;idea&quot; symbols. Solving problem concept with two businessman. First with search symbol instead of head, second with &quot; idea&quot; symbol. Between is data cloud with progress / thinking / growth symbols.">
            <a:extLst>
              <a:ext uri="{FF2B5EF4-FFF2-40B4-BE49-F238E27FC236}">
                <a16:creationId xmlns:a16="http://schemas.microsoft.com/office/drawing/2014/main" id="{B643B872-4418-4744-8E25-A016FCB9312E}"/>
              </a:ext>
            </a:extLst>
          </p:cNvPr>
          <p:cNvPicPr>
            <a:picLocks noGrp="1" noChangeAspect="1"/>
          </p:cNvPicPr>
          <p:nvPr>
            <p:ph type="pic" sz="quarter" idx="18"/>
          </p:nvPr>
        </p:nvPicPr>
        <p:blipFill>
          <a:blip r:embed="rId3"/>
          <a:srcRect l="21225" r="20130" b="1"/>
          <a:stretch>
            <a:fillRect/>
          </a:stretch>
        </p:blipFill>
        <p:spPr>
          <a:xfrm>
            <a:off x="301752" y="301752"/>
            <a:ext cx="4672584" cy="6254496"/>
          </a:xfrm>
          <a:prstGeom prst="rect">
            <a:avLst/>
          </a:prstGeom>
          <a:noFill/>
        </p:spPr>
      </p:pic>
      <p:sp>
        <p:nvSpPr>
          <p:cNvPr id="4" name="Content Placeholder 3">
            <a:extLst>
              <a:ext uri="{FF2B5EF4-FFF2-40B4-BE49-F238E27FC236}">
                <a16:creationId xmlns:a16="http://schemas.microsoft.com/office/drawing/2014/main" id="{7A138BE7-90C6-0303-4EC0-86D7AC552D32}"/>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25761" y="1285103"/>
            <a:ext cx="6564487" cy="4973594"/>
          </a:xfrm>
        </p:spPr>
        <p:txBody>
          <a:bodyPr vert="horz" lIns="91440" tIns="45720" rIns="91440" bIns="45720" rtlCol="0" anchor="t">
            <a:normAutofit/>
          </a:bodyPr>
          <a:lstStyle/>
          <a:p>
            <a:pPr>
              <a:spcBef>
                <a:spcPts val="2500"/>
              </a:spcBef>
            </a:pPr>
            <a:r>
              <a:rPr lang="en-US" b="1" dirty="0"/>
              <a:t>Purpose of OSCAL Tool</a:t>
            </a:r>
          </a:p>
          <a:p>
            <a:pPr marL="0" lvl="1"/>
            <a:r>
              <a:rPr lang="en-US" dirty="0"/>
              <a:t>The OSCAL Compliance Tool addresses evolving demand and simplifies compliance processes bring efficiency via automation.</a:t>
            </a:r>
          </a:p>
          <a:p>
            <a:pPr marL="0" lvl="1"/>
            <a:endParaRPr lang="en-US" b="1" dirty="0"/>
          </a:p>
          <a:p>
            <a:pPr marL="0" lvl="1"/>
            <a:r>
              <a:rPr lang="en-US" b="1" dirty="0"/>
              <a:t>Evolution of the Solution</a:t>
            </a:r>
          </a:p>
          <a:p>
            <a:pPr marL="0" lvl="1"/>
            <a:r>
              <a:rPr lang="en-AU" dirty="0"/>
              <a:t>Our solution evolved from a demand of SSP in OSCAL for Singapore IM8 Compliance. (Attempt from Excel to OSCAL Convertor to this state)</a:t>
            </a:r>
            <a:endParaRPr lang="en-US" dirty="0"/>
          </a:p>
          <a:p>
            <a:pPr marL="0" indent="0">
              <a:spcBef>
                <a:spcPts val="2500"/>
              </a:spcBef>
              <a:buFont typeface="Arial" panose="020B0604020202020204" pitchFamily="34" charset="0"/>
              <a:buNone/>
            </a:pPr>
            <a:r>
              <a:rPr lang="en-US" b="1" dirty="0"/>
              <a:t>Prototype Compliance Tool</a:t>
            </a:r>
          </a:p>
          <a:p>
            <a:pPr marL="0" lvl="1" indent="0">
              <a:buFont typeface="Arial" panose="020B0604020202020204" pitchFamily="34" charset="0"/>
              <a:buNone/>
            </a:pPr>
            <a:r>
              <a:rPr dirty="0"/>
              <a:t>The tool </a:t>
            </a:r>
            <a:r>
              <a:rPr lang="en-AU" dirty="0"/>
              <a:t>takes OSCAL</a:t>
            </a:r>
            <a:r>
              <a:rPr dirty="0"/>
              <a:t> inputs </a:t>
            </a:r>
            <a:r>
              <a:rPr lang="en-AU" dirty="0"/>
              <a:t>and generates </a:t>
            </a:r>
            <a:r>
              <a:rPr dirty="0"/>
              <a:t>OSCAL outputs, evolving into a full compliance tracking solution.</a:t>
            </a:r>
            <a:endParaRPr lang="en-US" dirty="0"/>
          </a:p>
          <a:p>
            <a:pPr marL="0" indent="0">
              <a:spcBef>
                <a:spcPts val="2500"/>
              </a:spcBef>
              <a:buFont typeface="Arial" panose="020B0604020202020204" pitchFamily="34" charset="0"/>
              <a:buNone/>
            </a:pPr>
            <a:r>
              <a:rPr lang="en-US" b="1" dirty="0"/>
              <a:t>Strategic Importance of OSCAL</a:t>
            </a:r>
          </a:p>
          <a:p>
            <a:pPr marL="0" lvl="1" indent="0">
              <a:buFont typeface="Arial" panose="020B0604020202020204" pitchFamily="34" charset="0"/>
              <a:buNone/>
            </a:pPr>
            <a:r>
              <a:rPr dirty="0"/>
              <a:t>OSCAL adoption enhances regulatory compliance and operational excellence in SSA implementations.</a:t>
            </a:r>
            <a:endParaRPr lang="en-US" dirty="0"/>
          </a:p>
          <a:p>
            <a:pPr marL="0" indent="0">
              <a:spcBef>
                <a:spcPts val="2500"/>
              </a:spcBef>
              <a:buFont typeface="Arial" panose="020B0604020202020204" pitchFamily="34" charset="0"/>
              <a:buNone/>
            </a:pPr>
            <a:r>
              <a:rPr lang="en-US" b="1" dirty="0"/>
              <a:t>Leadership Engagement</a:t>
            </a:r>
          </a:p>
          <a:p>
            <a:pPr marL="0" lvl="1" indent="0">
              <a:buFont typeface="Arial" panose="020B0604020202020204" pitchFamily="34" charset="0"/>
              <a:buNone/>
            </a:pPr>
            <a:r>
              <a:rPr dirty="0"/>
              <a:t>Seeking input on internal integration versus open-source contribution to align with </a:t>
            </a:r>
            <a:r>
              <a:rPr lang="en-AU" dirty="0"/>
              <a:t>Adobe Managed </a:t>
            </a:r>
            <a:r>
              <a:rPr lang="en-AU"/>
              <a:t>Services G</a:t>
            </a:r>
            <a:r>
              <a:rPr dirty="0" err="1"/>
              <a:t>oals</a:t>
            </a:r>
            <a:r>
              <a:rPr dirty="0"/>
              <a:t>.</a:t>
            </a:r>
            <a:endParaRPr lang="en-US" dirty="0"/>
          </a:p>
        </p:txBody>
      </p:sp>
    </p:spTree>
    <p:extLst>
      <p:ext uri="{BB962C8B-B14F-4D97-AF65-F5344CB8AC3E}">
        <p14:creationId xmlns:p14="http://schemas.microsoft.com/office/powerpoint/2010/main" val="7289843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5FC94-B622-F45A-7D57-48F7D08AEDB1}"/>
              </a:ext>
            </a:extLst>
          </p:cNvPr>
          <p:cNvSpPr>
            <a:spLocks noGrp="1"/>
          </p:cNvSpPr>
          <p:nvPr>
            <p:ph type="ctrTitle"/>
          </p:nvPr>
        </p:nvSpPr>
        <p:spPr>
          <a:xfrm>
            <a:off x="834081" y="935808"/>
            <a:ext cx="10523838" cy="4488808"/>
          </a:xfrm>
        </p:spPr>
        <p:txBody>
          <a:bodyPr anchor="b">
            <a:normAutofit/>
          </a:bodyPr>
          <a:lstStyle/>
          <a:p>
            <a:r>
              <a:rPr lang="en-US" sz="6200" dirty="0"/>
              <a:t>Background on OSCAL</a:t>
            </a:r>
          </a:p>
        </p:txBody>
      </p:sp>
    </p:spTree>
    <p:extLst>
      <p:ext uri="{BB962C8B-B14F-4D97-AF65-F5344CB8AC3E}">
        <p14:creationId xmlns:p14="http://schemas.microsoft.com/office/powerpoint/2010/main" val="7476747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C96E4-6D78-90E0-BA39-72C8C6401DF9}"/>
              </a:ext>
            </a:extLst>
          </p:cNvPr>
          <p:cNvSpPr>
            <a:spLocks noGrp="1"/>
          </p:cNvSpPr>
          <p:nvPr>
            <p:ph type="title"/>
          </p:nvPr>
        </p:nvSpPr>
        <p:spPr>
          <a:xfrm>
            <a:off x="750334" y="731520"/>
            <a:ext cx="3634083" cy="2011680"/>
          </a:xfrm>
        </p:spPr>
        <p:txBody>
          <a:bodyPr anchor="t">
            <a:normAutofit/>
          </a:bodyPr>
          <a:lstStyle/>
          <a:p>
            <a:r>
              <a:rPr lang="en-US" sz="3700" dirty="0"/>
              <a:t>What is OSCAL and Why It Matters</a:t>
            </a:r>
          </a:p>
        </p:txBody>
      </p:sp>
      <p:pic>
        <p:nvPicPr>
          <p:cNvPr id="5" name="Content Placeholder 4" descr="Rules for compliance with policies business">
            <a:extLst>
              <a:ext uri="{FF2B5EF4-FFF2-40B4-BE49-F238E27FC236}">
                <a16:creationId xmlns:a16="http://schemas.microsoft.com/office/drawing/2014/main" id="{F3F6CAF3-0383-4E86-9205-F349FEFC003B}"/>
              </a:ext>
            </a:extLst>
          </p:cNvPr>
          <p:cNvPicPr>
            <a:picLocks noGrp="1" noChangeAspect="1"/>
          </p:cNvPicPr>
          <p:nvPr>
            <p:ph type="pic" sz="quarter" idx="19"/>
          </p:nvPr>
        </p:nvPicPr>
        <p:blipFill>
          <a:blip r:embed="rId3"/>
          <a:stretch/>
        </p:blipFill>
        <p:spPr>
          <a:xfrm>
            <a:off x="768591" y="3779677"/>
            <a:ext cx="3086718" cy="1731437"/>
          </a:xfrm>
          <a:prstGeom prst="rect">
            <a:avLst/>
          </a:prstGeom>
          <a:noFill/>
        </p:spPr>
      </p:pic>
      <p:sp>
        <p:nvSpPr>
          <p:cNvPr id="4" name="Content Placeholder 3">
            <a:extLst>
              <a:ext uri="{FF2B5EF4-FFF2-40B4-BE49-F238E27FC236}">
                <a16:creationId xmlns:a16="http://schemas.microsoft.com/office/drawing/2014/main" id="{197970EA-EBDC-976C-C7C1-986F1E12053D}"/>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389120" y="731520"/>
            <a:ext cx="7300372" cy="5755777"/>
          </a:xfrm>
        </p:spPr>
        <p:txBody>
          <a:bodyPr vert="horz" lIns="91440" tIns="45720" rIns="91440" bIns="45720" rtlCol="0" anchor="t">
            <a:normAutofit/>
          </a:bodyPr>
          <a:lstStyle/>
          <a:p>
            <a:pPr>
              <a:spcBef>
                <a:spcPts val="2500"/>
              </a:spcBef>
            </a:pPr>
            <a:r>
              <a:rPr lang="en-US" dirty="0"/>
              <a:t>OSCAL (Open Security Controls Assessment Language) is a NIST initiative to standardize the representation of security controls and compliance data.</a:t>
            </a:r>
          </a:p>
          <a:p>
            <a:pPr marL="0" indent="0">
              <a:spcBef>
                <a:spcPts val="2500"/>
              </a:spcBef>
              <a:buFont typeface="Arial" panose="020B0604020202020204" pitchFamily="34" charset="0"/>
              <a:buNone/>
            </a:pPr>
            <a:r>
              <a:rPr lang="en-US" b="1" dirty="0"/>
              <a:t>Modernizing Compliance Processes</a:t>
            </a:r>
          </a:p>
          <a:p>
            <a:pPr marL="0" lvl="1" indent="0">
              <a:buFont typeface="Arial" panose="020B0604020202020204" pitchFamily="34" charset="0"/>
              <a:buNone/>
            </a:pPr>
            <a:r>
              <a:rPr dirty="0"/>
              <a:t>OSCAL modernizes security and compliance by using machine-readable formats like XML, JSON, and YAML.</a:t>
            </a:r>
            <a:endParaRPr lang="en-US" dirty="0"/>
          </a:p>
          <a:p>
            <a:pPr marL="0" indent="0">
              <a:spcBef>
                <a:spcPts val="2500"/>
              </a:spcBef>
              <a:buFont typeface="Arial" panose="020B0604020202020204" pitchFamily="34" charset="0"/>
              <a:buNone/>
            </a:pPr>
            <a:r>
              <a:rPr lang="en-US" b="1" dirty="0"/>
              <a:t>Reducing Audit Duration</a:t>
            </a:r>
          </a:p>
          <a:p>
            <a:pPr marL="0" lvl="1" indent="0">
              <a:buFont typeface="Arial" panose="020B0604020202020204" pitchFamily="34" charset="0"/>
              <a:buNone/>
            </a:pPr>
            <a:r>
              <a:rPr dirty="0"/>
              <a:t>OSCAL reduces audit times from months to </a:t>
            </a:r>
            <a:r>
              <a:rPr lang="en-AU" dirty="0"/>
              <a:t>days</a:t>
            </a:r>
            <a:r>
              <a:rPr dirty="0"/>
              <a:t> by automating documentation and assessment workflows.</a:t>
            </a:r>
            <a:endParaRPr lang="en-US" dirty="0"/>
          </a:p>
          <a:p>
            <a:pPr marL="0" indent="0">
              <a:spcBef>
                <a:spcPts val="2500"/>
              </a:spcBef>
              <a:buFont typeface="Arial" panose="020B0604020202020204" pitchFamily="34" charset="0"/>
              <a:buNone/>
            </a:pPr>
            <a:r>
              <a:rPr lang="en-US" b="1" dirty="0"/>
              <a:t>Enabling Interoperability </a:t>
            </a:r>
          </a:p>
          <a:p>
            <a:pPr marL="0" lvl="1" indent="0">
              <a:buFont typeface="Arial" panose="020B0604020202020204" pitchFamily="34" charset="0"/>
              <a:buNone/>
            </a:pPr>
            <a:r>
              <a:rPr dirty="0"/>
              <a:t>OSCAL supports interoperability across tools and frameworks, improving compliance efficiency and scalability.</a:t>
            </a:r>
            <a:endParaRPr lang="en-US" dirty="0"/>
          </a:p>
          <a:p>
            <a:pPr marL="0" indent="0">
              <a:spcBef>
                <a:spcPts val="2500"/>
              </a:spcBef>
              <a:buFont typeface="Arial" panose="020B0604020202020204" pitchFamily="34" charset="0"/>
              <a:buNone/>
            </a:pPr>
            <a:r>
              <a:rPr lang="en-US" b="1" dirty="0"/>
              <a:t>Driving Global Standards</a:t>
            </a:r>
          </a:p>
          <a:p>
            <a:pPr marL="0" lvl="1"/>
            <a:r>
              <a:rPr dirty="0"/>
              <a:t>OSCAL is adopted by regulatory bodies like FedRAMP,</a:t>
            </a:r>
            <a:r>
              <a:rPr lang="en-US" dirty="0"/>
              <a:t> ACSC, Singapore Gov.</a:t>
            </a:r>
            <a:r>
              <a:rPr dirty="0"/>
              <a:t> aiming to become a global compliance automation standard.</a:t>
            </a:r>
            <a:endParaRPr lang="en-AU" dirty="0"/>
          </a:p>
          <a:p>
            <a:pPr>
              <a:spcBef>
                <a:spcPts val="2500"/>
              </a:spcBef>
            </a:pPr>
            <a:r>
              <a:rPr lang="en-US" b="1" dirty="0"/>
              <a:t>Continuous Compliance Automation</a:t>
            </a:r>
          </a:p>
          <a:p>
            <a:pPr marL="0" lvl="1"/>
            <a:r>
              <a:rPr lang="en-US" dirty="0"/>
              <a:t>Enables AMS to automate assessments and maintain compliance with evolving standards.</a:t>
            </a:r>
          </a:p>
          <a:p>
            <a:pPr marL="0" lvl="1" indent="0">
              <a:buFont typeface="Arial" panose="020B0604020202020204" pitchFamily="34" charset="0"/>
              <a:buNone/>
            </a:pPr>
            <a:endParaRPr lang="en-US" dirty="0"/>
          </a:p>
        </p:txBody>
      </p:sp>
    </p:spTree>
    <p:extLst>
      <p:ext uri="{BB962C8B-B14F-4D97-AF65-F5344CB8AC3E}">
        <p14:creationId xmlns:p14="http://schemas.microsoft.com/office/powerpoint/2010/main" val="274271879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AD309-6F4E-FEF4-32DE-2C8FB15E35EF}"/>
              </a:ext>
            </a:extLst>
          </p:cNvPr>
          <p:cNvSpPr>
            <a:spLocks noGrp="1"/>
          </p:cNvSpPr>
          <p:nvPr>
            <p:ph type="ctrTitle"/>
          </p:nvPr>
        </p:nvSpPr>
        <p:spPr>
          <a:xfrm>
            <a:off x="918518" y="849312"/>
            <a:ext cx="11273482" cy="4538234"/>
          </a:xfrm>
        </p:spPr>
        <p:txBody>
          <a:bodyPr anchor="b">
            <a:normAutofit/>
          </a:bodyPr>
          <a:lstStyle/>
          <a:p>
            <a:r>
              <a:rPr lang="en-US" sz="6800" dirty="0"/>
              <a:t>Existing Tools in Adobe</a:t>
            </a:r>
          </a:p>
        </p:txBody>
      </p:sp>
    </p:spTree>
    <p:extLst>
      <p:ext uri="{BB962C8B-B14F-4D97-AF65-F5344CB8AC3E}">
        <p14:creationId xmlns:p14="http://schemas.microsoft.com/office/powerpoint/2010/main" val="4760143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94AC3-1708-1834-DB2A-966777B913D5}"/>
              </a:ext>
            </a:extLst>
          </p:cNvPr>
          <p:cNvSpPr>
            <a:spLocks noGrp="1"/>
          </p:cNvSpPr>
          <p:nvPr>
            <p:ph type="title"/>
          </p:nvPr>
        </p:nvSpPr>
        <p:spPr>
          <a:xfrm>
            <a:off x="1524000" y="731520"/>
            <a:ext cx="10069483" cy="951766"/>
          </a:xfrm>
        </p:spPr>
        <p:txBody>
          <a:bodyPr anchor="b">
            <a:normAutofit/>
          </a:bodyPr>
          <a:lstStyle/>
          <a:p>
            <a:r>
              <a:rPr lang="en-US" sz="3400"/>
              <a:t>Current Compliance Management Approach</a:t>
            </a:r>
          </a:p>
        </p:txBody>
      </p:sp>
      <p:graphicFrame>
        <p:nvGraphicFramePr>
          <p:cNvPr id="4" name="Content Placeholder 3">
            <a:extLst>
              <a:ext uri="{FF2B5EF4-FFF2-40B4-BE49-F238E27FC236}">
                <a16:creationId xmlns:a16="http://schemas.microsoft.com/office/drawing/2014/main" id="{C949BDD0-2D54-4182-A65F-F4805EB5294D}"/>
              </a:ext>
            </a:extLst>
          </p:cNvPr>
          <p:cNvGraphicFramePr>
            <a:graphicFrameLocks noGrp="1"/>
          </p:cNvGraphicFramePr>
          <p:nvPr>
            <p:ph sz="quarter" idx="14"/>
            <p:extLst>
              <p:ext uri="{D42A27DB-BD31-4B8C-83A1-F6EECF244321}">
                <p14:modId xmlns:p14="http://schemas.microsoft.com/office/powerpoint/2010/main" val="454486010"/>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1523999" y="1865430"/>
          <a:ext cx="10057019" cy="430677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Content Placeholder 4" descr="Man and women, working together in office, business meeting, signing contract.">
            <a:extLst>
              <a:ext uri="{FF2B5EF4-FFF2-40B4-BE49-F238E27FC236}">
                <a16:creationId xmlns:a16="http://schemas.microsoft.com/office/drawing/2014/main" id="{C8E17E6C-531D-34CD-64DB-857B1CD7DE57}"/>
              </a:ext>
            </a:extLst>
          </p:cNvPr>
          <p:cNvPicPr>
            <a:picLocks noChangeAspect="1"/>
          </p:cNvPicPr>
          <p:nvPr/>
        </p:nvPicPr>
        <p:blipFill>
          <a:blip r:embed="rId8"/>
          <a:srcRect l="28453" r="1" b="1"/>
          <a:stretch>
            <a:fillRect/>
          </a:stretch>
        </p:blipFill>
        <p:spPr>
          <a:xfrm>
            <a:off x="1523999" y="4806778"/>
            <a:ext cx="1379839" cy="1365422"/>
          </a:xfrm>
          <a:prstGeom prst="rect">
            <a:avLst/>
          </a:prstGeom>
          <a:noFill/>
        </p:spPr>
      </p:pic>
    </p:spTree>
    <p:extLst>
      <p:ext uri="{BB962C8B-B14F-4D97-AF65-F5344CB8AC3E}">
        <p14:creationId xmlns:p14="http://schemas.microsoft.com/office/powerpoint/2010/main" val="108497817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6F812-1C4D-EF58-F76D-611E324DF8AE}"/>
              </a:ext>
            </a:extLst>
          </p:cNvPr>
          <p:cNvSpPr>
            <a:spLocks noGrp="1"/>
          </p:cNvSpPr>
          <p:nvPr>
            <p:ph type="ctrTitle"/>
          </p:nvPr>
        </p:nvSpPr>
        <p:spPr>
          <a:xfrm>
            <a:off x="852616" y="836954"/>
            <a:ext cx="10799806" cy="4573245"/>
          </a:xfrm>
        </p:spPr>
        <p:txBody>
          <a:bodyPr anchor="b">
            <a:normAutofit/>
          </a:bodyPr>
          <a:lstStyle/>
          <a:p>
            <a:r>
              <a:rPr lang="en-US" sz="6800" dirty="0"/>
              <a:t>Challenges Faced</a:t>
            </a:r>
          </a:p>
        </p:txBody>
      </p:sp>
    </p:spTree>
    <p:extLst>
      <p:ext uri="{BB962C8B-B14F-4D97-AF65-F5344CB8AC3E}">
        <p14:creationId xmlns:p14="http://schemas.microsoft.com/office/powerpoint/2010/main" val="42741799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E5A30A-8BA5-56E7-592F-9C62A3709905}"/>
              </a:ext>
            </a:extLst>
          </p:cNvPr>
          <p:cNvSpPr>
            <a:spLocks noGrp="1"/>
          </p:cNvSpPr>
          <p:nvPr>
            <p:ph type="title"/>
          </p:nvPr>
        </p:nvSpPr>
        <p:spPr>
          <a:xfrm>
            <a:off x="731520" y="731520"/>
            <a:ext cx="6858000" cy="914400"/>
          </a:xfrm>
        </p:spPr>
        <p:txBody>
          <a:bodyPr anchor="b">
            <a:normAutofit/>
          </a:bodyPr>
          <a:lstStyle/>
          <a:p>
            <a:r>
              <a:rPr lang="en-US" sz="3100"/>
              <a:t>Key Pain Points in Current Process</a:t>
            </a:r>
          </a:p>
        </p:txBody>
      </p:sp>
      <p:sp>
        <p:nvSpPr>
          <p:cNvPr id="4" name="Content Placeholder 3">
            <a:extLst>
              <a:ext uri="{FF2B5EF4-FFF2-40B4-BE49-F238E27FC236}">
                <a16:creationId xmlns:a16="http://schemas.microsoft.com/office/drawing/2014/main" id="{C7675901-15DD-5F59-DB51-2753AD77E345}"/>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19" y="1984248"/>
            <a:ext cx="8526781" cy="4306770"/>
          </a:xfrm>
        </p:spPr>
        <p:txBody>
          <a:bodyPr>
            <a:normAutofit fontScale="92500" lnSpcReduction="10000"/>
          </a:bodyPr>
          <a:lstStyle/>
          <a:p>
            <a:pPr marL="0" indent="0">
              <a:spcBef>
                <a:spcPts val="2500"/>
              </a:spcBef>
              <a:buFont typeface="Arial" panose="020B0604020202020204" pitchFamily="34" charset="0"/>
              <a:buNone/>
            </a:pPr>
            <a:r>
              <a:rPr lang="en-US" b="1" dirty="0"/>
              <a:t>Limited Compliance Support</a:t>
            </a:r>
          </a:p>
          <a:p>
            <a:pPr marL="0" lvl="1"/>
            <a:r>
              <a:rPr dirty="0"/>
              <a:t>Current </a:t>
            </a:r>
            <a:r>
              <a:rPr lang="en-AU" dirty="0"/>
              <a:t>tools</a:t>
            </a:r>
            <a:r>
              <a:rPr dirty="0"/>
              <a:t> lack support for compliance standards beyond FedRAMP, limiting scalability and adaptability.</a:t>
            </a:r>
            <a:r>
              <a:rPr lang="en-AU" dirty="0"/>
              <a:t> Growing requirements for OSCAL-compliant SSP and </a:t>
            </a:r>
            <a:r>
              <a:rPr lang="en-AU" dirty="0" err="1"/>
              <a:t>SoA</a:t>
            </a:r>
            <a:r>
              <a:rPr lang="en-AU" dirty="0"/>
              <a:t> documents reveal gaps. </a:t>
            </a:r>
            <a:endParaRPr lang="en-US" dirty="0"/>
          </a:p>
          <a:p>
            <a:pPr marL="0" indent="0">
              <a:spcBef>
                <a:spcPts val="2500"/>
              </a:spcBef>
              <a:buFont typeface="Arial" panose="020B0604020202020204" pitchFamily="34" charset="0"/>
              <a:buNone/>
            </a:pPr>
            <a:r>
              <a:rPr lang="en-US" b="1" dirty="0"/>
              <a:t>Manual Document Generation</a:t>
            </a:r>
          </a:p>
          <a:p>
            <a:pPr marL="0" lvl="1" indent="0">
              <a:buFont typeface="Arial" panose="020B0604020202020204" pitchFamily="34" charset="0"/>
              <a:buNone/>
            </a:pPr>
            <a:r>
              <a:rPr dirty="0"/>
              <a:t>Excessive manual effort is required to generate SSP and </a:t>
            </a:r>
            <a:r>
              <a:rPr dirty="0" err="1"/>
              <a:t>SoA</a:t>
            </a:r>
            <a:r>
              <a:rPr dirty="0"/>
              <a:t> documents, leading to inefficiency and errors.</a:t>
            </a:r>
            <a:endParaRPr lang="en-US" dirty="0"/>
          </a:p>
          <a:p>
            <a:pPr marL="0" indent="0">
              <a:spcBef>
                <a:spcPts val="2500"/>
              </a:spcBef>
              <a:buFont typeface="Arial" panose="020B0604020202020204" pitchFamily="34" charset="0"/>
              <a:buNone/>
            </a:pPr>
            <a:r>
              <a:rPr lang="en-US" b="1" dirty="0"/>
              <a:t>Lack of Automation</a:t>
            </a:r>
          </a:p>
          <a:p>
            <a:pPr marL="0" lvl="1" indent="0">
              <a:buFont typeface="Arial" panose="020B0604020202020204" pitchFamily="34" charset="0"/>
              <a:buNone/>
            </a:pPr>
            <a:r>
              <a:rPr dirty="0"/>
              <a:t>Absence of automation for ongoing compliance tracking causes increased risk and difficulty in scaling.</a:t>
            </a:r>
            <a:endParaRPr lang="en-US" dirty="0"/>
          </a:p>
          <a:p>
            <a:pPr marL="0" indent="0">
              <a:spcBef>
                <a:spcPts val="2500"/>
              </a:spcBef>
              <a:buFont typeface="Arial" panose="020B0604020202020204" pitchFamily="34" charset="0"/>
              <a:buNone/>
            </a:pPr>
            <a:r>
              <a:rPr lang="en-US" b="1" dirty="0"/>
              <a:t>Tool Integration Issues</a:t>
            </a:r>
          </a:p>
          <a:p>
            <a:pPr marL="0" lvl="1" indent="0">
              <a:buFont typeface="Arial" panose="020B0604020202020204" pitchFamily="34" charset="0"/>
              <a:buNone/>
            </a:pPr>
            <a:r>
              <a:rPr dirty="0"/>
              <a:t>Missing integrated tools for managing control documentation creates gaps in traceability and consistency.</a:t>
            </a:r>
            <a:endParaRPr lang="en-AU" dirty="0"/>
          </a:p>
          <a:p>
            <a:pPr marL="0" lvl="1" indent="0">
              <a:buFont typeface="Arial" panose="020B0604020202020204" pitchFamily="34" charset="0"/>
              <a:buNone/>
            </a:pPr>
            <a:endParaRPr lang="en-AU" dirty="0"/>
          </a:p>
          <a:p>
            <a:pPr fontAlgn="base"/>
            <a:r>
              <a:rPr lang="en-US" b="1" dirty="0"/>
              <a:t>Transparency and Accuracy Issues</a:t>
            </a:r>
            <a:r>
              <a:rPr lang="en-US" dirty="0"/>
              <a:t>​</a:t>
            </a:r>
          </a:p>
          <a:p>
            <a:pPr fontAlgn="base"/>
            <a:r>
              <a:rPr lang="en-US" dirty="0"/>
              <a:t>Manual processes hinder tracking changes, version control, and increase risk of inaccuracies and audit findings.</a:t>
            </a:r>
          </a:p>
          <a:p>
            <a:pPr marL="0" lvl="1" indent="0">
              <a:buFont typeface="Arial" panose="020B0604020202020204" pitchFamily="34" charset="0"/>
              <a:buNone/>
            </a:pPr>
            <a:endParaRPr lang="en-US" dirty="0"/>
          </a:p>
        </p:txBody>
      </p:sp>
      <p:pic>
        <p:nvPicPr>
          <p:cNvPr id="5" name="Content Placeholder 4" descr="This is too much for me">
            <a:extLst>
              <a:ext uri="{FF2B5EF4-FFF2-40B4-BE49-F238E27FC236}">
                <a16:creationId xmlns:a16="http://schemas.microsoft.com/office/drawing/2014/main" id="{E6C90398-4E13-4C49-AF28-FB57E3201CA8}"/>
              </a:ext>
            </a:extLst>
          </p:cNvPr>
          <p:cNvPicPr>
            <a:picLocks noGrp="1" noChangeAspect="1"/>
          </p:cNvPicPr>
          <p:nvPr>
            <p:ph type="pic" sz="quarter" idx="18"/>
          </p:nvPr>
        </p:nvPicPr>
        <p:blipFill>
          <a:blip r:embed="rId3"/>
          <a:srcRect l="28418" r="47172"/>
          <a:stretch>
            <a:fillRect/>
          </a:stretch>
        </p:blipFill>
        <p:spPr>
          <a:xfrm>
            <a:off x="9434945" y="124691"/>
            <a:ext cx="2632364" cy="6594764"/>
          </a:xfrm>
          <a:prstGeom prst="rect">
            <a:avLst/>
          </a:prstGeom>
          <a:noFill/>
        </p:spPr>
      </p:pic>
    </p:spTree>
    <p:extLst>
      <p:ext uri="{BB962C8B-B14F-4D97-AF65-F5344CB8AC3E}">
        <p14:creationId xmlns:p14="http://schemas.microsoft.com/office/powerpoint/2010/main" val="18332369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F8B1-08EF-9095-7C36-F1966AB0C4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CC109-0F12-1318-02B1-E151F4AEE424}"/>
              </a:ext>
            </a:extLst>
          </p:cNvPr>
          <p:cNvSpPr>
            <a:spLocks noGrp="1"/>
          </p:cNvSpPr>
          <p:nvPr>
            <p:ph type="title"/>
          </p:nvPr>
        </p:nvSpPr>
        <p:spPr>
          <a:xfrm>
            <a:off x="731520" y="731520"/>
            <a:ext cx="6858000" cy="914400"/>
          </a:xfrm>
        </p:spPr>
        <p:txBody>
          <a:bodyPr anchor="b">
            <a:normAutofit/>
          </a:bodyPr>
          <a:lstStyle/>
          <a:p>
            <a:r>
              <a:rPr lang="en-US" sz="3100" dirty="0"/>
              <a:t>Key Pain Points in Current Process </a:t>
            </a:r>
            <a:r>
              <a:rPr lang="en-US" sz="2400" dirty="0"/>
              <a:t>(</a:t>
            </a:r>
            <a:r>
              <a:rPr lang="en-US" sz="2400" dirty="0" err="1"/>
              <a:t>AEMGOvau</a:t>
            </a:r>
            <a:r>
              <a:rPr lang="en-US" sz="2400" dirty="0"/>
              <a:t> </a:t>
            </a:r>
            <a:r>
              <a:rPr lang="en-US" sz="2400" dirty="0" err="1"/>
              <a:t>Usecase</a:t>
            </a:r>
            <a:r>
              <a:rPr lang="en-US" sz="2400" dirty="0"/>
              <a:t>) </a:t>
            </a:r>
          </a:p>
        </p:txBody>
      </p:sp>
      <p:sp>
        <p:nvSpPr>
          <p:cNvPr id="4" name="Content Placeholder 3">
            <a:extLst>
              <a:ext uri="{FF2B5EF4-FFF2-40B4-BE49-F238E27FC236}">
                <a16:creationId xmlns:a16="http://schemas.microsoft.com/office/drawing/2014/main" id="{8066E1C7-3B8E-723E-2516-F9CE89A4D703}"/>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11625" y="1794705"/>
            <a:ext cx="8603825" cy="2872545"/>
          </a:xfrm>
        </p:spPr>
        <p:txBody>
          <a:bodyPr vert="horz" lIns="91440" tIns="45720" rIns="91440" bIns="45720" rtlCol="0" anchor="t">
            <a:normAutofit/>
          </a:bodyPr>
          <a:lstStyle/>
          <a:p>
            <a:pPr fontAlgn="base">
              <a:spcBef>
                <a:spcPts val="700"/>
              </a:spcBef>
            </a:pPr>
            <a:r>
              <a:rPr lang="en-US" b="1" dirty="0"/>
              <a:t>High Manual Effort</a:t>
            </a:r>
            <a:r>
              <a:rPr lang="en-US" dirty="0"/>
              <a:t>​</a:t>
            </a:r>
            <a:endParaRPr lang="en-US"/>
          </a:p>
          <a:p>
            <a:pPr fontAlgn="base">
              <a:spcBef>
                <a:spcPts val="200"/>
              </a:spcBef>
            </a:pPr>
            <a:r>
              <a:rPr lang="en-US" dirty="0"/>
              <a:t>Maintaining ACSC ISM documentation requires about 100 person-days annually, diverting skilled resources from strategic tasks.​</a:t>
            </a:r>
          </a:p>
          <a:p>
            <a:pPr fontAlgn="base">
              <a:spcBef>
                <a:spcPts val="1200"/>
              </a:spcBef>
            </a:pPr>
            <a:r>
              <a:rPr lang="en-US" b="1" dirty="0"/>
              <a:t>Frequent Regulatory Changes</a:t>
            </a:r>
            <a:r>
              <a:rPr lang="en-US" dirty="0"/>
              <a:t>​</a:t>
            </a:r>
          </a:p>
          <a:p>
            <a:pPr fontAlgn="base">
              <a:spcBef>
                <a:spcPts val="200"/>
              </a:spcBef>
            </a:pPr>
            <a:r>
              <a:rPr lang="en-US" dirty="0"/>
              <a:t>Quarterly updates introduce new controls, requiring constant interpretation and implementation effort.​</a:t>
            </a:r>
          </a:p>
          <a:p>
            <a:pPr fontAlgn="base">
              <a:spcBef>
                <a:spcPts val="1200"/>
              </a:spcBef>
            </a:pPr>
            <a:r>
              <a:rPr lang="en-US" b="1" dirty="0"/>
              <a:t>Limited Continuous Assurance</a:t>
            </a:r>
            <a:r>
              <a:rPr lang="en-US" dirty="0"/>
              <a:t>​</a:t>
            </a:r>
          </a:p>
          <a:p>
            <a:pPr fontAlgn="base">
              <a:spcBef>
                <a:spcPts val="200"/>
              </a:spcBef>
            </a:pPr>
            <a:r>
              <a:rPr lang="en-US" dirty="0"/>
              <a:t>Point-in-time compliance checks provide snapshots but limit proactive risk management and ongoing assurance.​</a:t>
            </a:r>
          </a:p>
          <a:p>
            <a:pPr marL="0">
              <a:spcBef>
                <a:spcPts val="2500"/>
              </a:spcBef>
            </a:pPr>
            <a:endParaRPr lang="en-US" b="1" dirty="0"/>
          </a:p>
        </p:txBody>
      </p:sp>
      <p:sp>
        <p:nvSpPr>
          <p:cNvPr id="6" name="Rectangle 1">
            <a:extLst>
              <a:ext uri="{FF2B5EF4-FFF2-40B4-BE49-F238E27FC236}">
                <a16:creationId xmlns:a16="http://schemas.microsoft.com/office/drawing/2014/main" id="{5763B3F1-CE1A-05BD-5C0E-B13B277D222D}"/>
              </a:ext>
            </a:extLst>
          </p:cNvPr>
          <p:cNvSpPr>
            <a:spLocks noChangeArrowheads="1"/>
          </p:cNvSpPr>
          <p:nvPr/>
        </p:nvSpPr>
        <p:spPr bwMode="auto">
          <a:xfrm flipV="1">
            <a:off x="3611418" y="3764374"/>
            <a:ext cx="1071418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7" name="Table 6">
            <a:extLst>
              <a:ext uri="{FF2B5EF4-FFF2-40B4-BE49-F238E27FC236}">
                <a16:creationId xmlns:a16="http://schemas.microsoft.com/office/drawing/2014/main" id="{FC8909A8-4AEB-5C41-A317-F9092D94D40C}"/>
              </a:ext>
            </a:extLst>
          </p:cNvPr>
          <p:cNvGraphicFramePr>
            <a:graphicFrameLocks noGrp="1"/>
          </p:cNvGraphicFramePr>
          <p:nvPr>
            <p:extLst>
              <p:ext uri="{D42A27DB-BD31-4B8C-83A1-F6EECF244321}">
                <p14:modId xmlns:p14="http://schemas.microsoft.com/office/powerpoint/2010/main" val="3495975787"/>
              </p:ext>
            </p:extLst>
          </p:nvPr>
        </p:nvGraphicFramePr>
        <p:xfrm>
          <a:off x="711625" y="4677937"/>
          <a:ext cx="8603826" cy="1611078"/>
        </p:xfrm>
        <a:graphic>
          <a:graphicData uri="http://schemas.openxmlformats.org/drawingml/2006/table">
            <a:tbl>
              <a:tblPr/>
              <a:tblGrid>
                <a:gridCol w="3212675">
                  <a:extLst>
                    <a:ext uri="{9D8B030D-6E8A-4147-A177-3AD203B41FA5}">
                      <a16:colId xmlns:a16="http://schemas.microsoft.com/office/drawing/2014/main" val="1401428557"/>
                    </a:ext>
                  </a:extLst>
                </a:gridCol>
                <a:gridCol w="3028950">
                  <a:extLst>
                    <a:ext uri="{9D8B030D-6E8A-4147-A177-3AD203B41FA5}">
                      <a16:colId xmlns:a16="http://schemas.microsoft.com/office/drawing/2014/main" val="2378399447"/>
                    </a:ext>
                  </a:extLst>
                </a:gridCol>
                <a:gridCol w="2362201">
                  <a:extLst>
                    <a:ext uri="{9D8B030D-6E8A-4147-A177-3AD203B41FA5}">
                      <a16:colId xmlns:a16="http://schemas.microsoft.com/office/drawing/2014/main" val="1556120577"/>
                    </a:ext>
                  </a:extLst>
                </a:gridCol>
              </a:tblGrid>
              <a:tr h="553389">
                <a:tc>
                  <a:txBody>
                    <a:bodyPr/>
                    <a:lstStyle/>
                    <a:p>
                      <a:pPr algn="l" fontAlgn="base">
                        <a:lnSpc>
                          <a:spcPts val="2850"/>
                        </a:lnSpc>
                        <a:buNone/>
                      </a:pPr>
                      <a:r>
                        <a:rPr lang="en-US" sz="1400" b="1" i="0" cap="all" dirty="0">
                          <a:solidFill>
                            <a:srgbClr val="131313"/>
                          </a:solidFill>
                          <a:effectLst/>
                          <a:latin typeface="Aptos Light" panose="020B0004020202020204" pitchFamily="34" charset="0"/>
                        </a:rPr>
                        <a:t>Scenario</a:t>
                      </a:r>
                      <a:r>
                        <a:rPr lang="en-US" sz="1400" b="1" i="0" dirty="0">
                          <a:solidFill>
                            <a:srgbClr val="FFFFFF"/>
                          </a:solidFill>
                          <a:effectLst/>
                          <a:latin typeface="Aptos Light" panose="020B0004020202020204" pitchFamily="34" charset="0"/>
                        </a:rPr>
                        <a:t>​</a:t>
                      </a:r>
                      <a:endParaRPr lang="en-US" sz="1400" b="1" i="0" dirty="0">
                        <a:solidFill>
                          <a:srgbClr val="FFFFFF"/>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tc>
                  <a:txBody>
                    <a:bodyPr/>
                    <a:lstStyle/>
                    <a:p>
                      <a:pPr algn="l" fontAlgn="base">
                        <a:lnSpc>
                          <a:spcPts val="2850"/>
                        </a:lnSpc>
                        <a:buNone/>
                      </a:pPr>
                      <a:r>
                        <a:rPr lang="en-US" sz="1400" b="1" i="0" cap="all" dirty="0">
                          <a:solidFill>
                            <a:srgbClr val="131313"/>
                          </a:solidFill>
                          <a:effectLst/>
                          <a:latin typeface="Aptos Light" panose="020B0004020202020204" pitchFamily="34" charset="0"/>
                        </a:rPr>
                        <a:t>Annual Effort (Person-Days)</a:t>
                      </a:r>
                      <a:r>
                        <a:rPr lang="en-US" sz="1400" b="1" i="0" dirty="0">
                          <a:solidFill>
                            <a:srgbClr val="FFFFFF"/>
                          </a:solidFill>
                          <a:effectLst/>
                          <a:latin typeface="Aptos Light" panose="020B0004020202020204" pitchFamily="34" charset="0"/>
                        </a:rPr>
                        <a:t>​</a:t>
                      </a:r>
                      <a:endParaRPr lang="en-US" sz="1400" b="1" i="0" dirty="0">
                        <a:solidFill>
                          <a:srgbClr val="FFFFFF"/>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tc>
                  <a:txBody>
                    <a:bodyPr/>
                    <a:lstStyle/>
                    <a:p>
                      <a:pPr algn="l" fontAlgn="base">
                        <a:lnSpc>
                          <a:spcPts val="2850"/>
                        </a:lnSpc>
                        <a:buNone/>
                      </a:pPr>
                      <a:r>
                        <a:rPr lang="en-US" sz="1400" b="1" i="0" cap="all" dirty="0">
                          <a:solidFill>
                            <a:srgbClr val="131313"/>
                          </a:solidFill>
                          <a:effectLst/>
                          <a:latin typeface="Aptos Light" panose="020B0004020202020204" pitchFamily="34" charset="0"/>
                        </a:rPr>
                        <a:t>Annual Effort (Hours)</a:t>
                      </a:r>
                      <a:r>
                        <a:rPr lang="en-US" sz="1400" b="1" i="0" dirty="0">
                          <a:solidFill>
                            <a:srgbClr val="FFFFFF"/>
                          </a:solidFill>
                          <a:effectLst/>
                          <a:latin typeface="Aptos Light" panose="020B0004020202020204" pitchFamily="34" charset="0"/>
                        </a:rPr>
                        <a:t>​</a:t>
                      </a:r>
                      <a:endParaRPr lang="en-US" sz="1400" b="1" i="0" dirty="0">
                        <a:solidFill>
                          <a:srgbClr val="FFFFFF"/>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extLst>
                  <a:ext uri="{0D108BD9-81ED-4DB2-BD59-A6C34878D82A}">
                    <a16:rowId xmlns:a16="http://schemas.microsoft.com/office/drawing/2014/main" val="3325644990"/>
                  </a:ext>
                </a:extLst>
              </a:tr>
              <a:tr h="352563">
                <a:tc>
                  <a:txBody>
                    <a:bodyPr/>
                    <a:lstStyle/>
                    <a:p>
                      <a:pPr algn="l" fontAlgn="base">
                        <a:lnSpc>
                          <a:spcPts val="2250"/>
                        </a:lnSpc>
                        <a:buNone/>
                      </a:pPr>
                      <a:r>
                        <a:rPr lang="en-US" sz="1400" b="1" i="0" dirty="0">
                          <a:solidFill>
                            <a:srgbClr val="131313"/>
                          </a:solidFill>
                          <a:effectLst/>
                          <a:latin typeface="Aptos Light" panose="020B0004020202020204" pitchFamily="34" charset="0"/>
                        </a:rPr>
                        <a:t>Manual Process</a:t>
                      </a:r>
                      <a:r>
                        <a:rPr lang="en-US" sz="1400" b="0" i="0" dirty="0">
                          <a:solidFill>
                            <a:srgbClr val="131313"/>
                          </a:solidFill>
                          <a:effectLst/>
                          <a:latin typeface="Aptos Light" panose="020B0004020202020204" pitchFamily="34" charset="0"/>
                        </a:rPr>
                        <a:t>​</a:t>
                      </a:r>
                      <a:endParaRPr lang="en-US" sz="1400" b="0" i="0" dirty="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tc>
                  <a:txBody>
                    <a:bodyPr/>
                    <a:lstStyle/>
                    <a:p>
                      <a:pPr algn="l" fontAlgn="base">
                        <a:lnSpc>
                          <a:spcPts val="2250"/>
                        </a:lnSpc>
                        <a:buNone/>
                      </a:pPr>
                      <a:r>
                        <a:rPr lang="en-US" sz="1400" b="0" i="0" dirty="0">
                          <a:solidFill>
                            <a:srgbClr val="131313"/>
                          </a:solidFill>
                          <a:effectLst/>
                          <a:latin typeface="Aptos Light" panose="020B0004020202020204" pitchFamily="34" charset="0"/>
                        </a:rPr>
                        <a:t>100​</a:t>
                      </a:r>
                      <a:endParaRPr lang="en-US" sz="1400" b="0" i="0" dirty="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tc>
                  <a:txBody>
                    <a:bodyPr/>
                    <a:lstStyle/>
                    <a:p>
                      <a:pPr algn="l" fontAlgn="base">
                        <a:lnSpc>
                          <a:spcPts val="2250"/>
                        </a:lnSpc>
                        <a:buNone/>
                      </a:pPr>
                      <a:r>
                        <a:rPr lang="en-US" sz="1400" b="0" i="0">
                          <a:solidFill>
                            <a:srgbClr val="131313"/>
                          </a:solidFill>
                          <a:effectLst/>
                          <a:latin typeface="Aptos Light" panose="020B0004020202020204" pitchFamily="34" charset="0"/>
                        </a:rPr>
                        <a:t>~800​</a:t>
                      </a:r>
                      <a:endParaRPr lang="en-US" sz="1400" b="0" i="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extLst>
                  <a:ext uri="{0D108BD9-81ED-4DB2-BD59-A6C34878D82A}">
                    <a16:rowId xmlns:a16="http://schemas.microsoft.com/office/drawing/2014/main" val="1096646935"/>
                  </a:ext>
                </a:extLst>
              </a:tr>
              <a:tr h="352563">
                <a:tc>
                  <a:txBody>
                    <a:bodyPr/>
                    <a:lstStyle/>
                    <a:p>
                      <a:pPr algn="l" fontAlgn="base">
                        <a:lnSpc>
                          <a:spcPts val="2250"/>
                        </a:lnSpc>
                        <a:buNone/>
                      </a:pPr>
                      <a:r>
                        <a:rPr lang="en-US" sz="1400" b="1" i="0">
                          <a:solidFill>
                            <a:srgbClr val="131313"/>
                          </a:solidFill>
                          <a:effectLst/>
                          <a:latin typeface="Aptos Light" panose="020B0004020202020204" pitchFamily="34" charset="0"/>
                        </a:rPr>
                        <a:t>OSCAL Automation (Range)</a:t>
                      </a:r>
                      <a:r>
                        <a:rPr lang="en-US" sz="1400" b="0" i="0">
                          <a:solidFill>
                            <a:srgbClr val="131313"/>
                          </a:solidFill>
                          <a:effectLst/>
                          <a:latin typeface="Aptos Light" panose="020B0004020202020204" pitchFamily="34" charset="0"/>
                        </a:rPr>
                        <a:t>​</a:t>
                      </a:r>
                      <a:endParaRPr lang="en-US" sz="1400" b="0" i="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tc>
                  <a:txBody>
                    <a:bodyPr/>
                    <a:lstStyle/>
                    <a:p>
                      <a:pPr algn="l" fontAlgn="base">
                        <a:lnSpc>
                          <a:spcPts val="2250"/>
                        </a:lnSpc>
                        <a:buNone/>
                      </a:pPr>
                      <a:r>
                        <a:rPr lang="en-US" sz="1400" b="0" i="0" dirty="0">
                          <a:solidFill>
                            <a:srgbClr val="131313"/>
                          </a:solidFill>
                          <a:effectLst/>
                          <a:latin typeface="Aptos Light" panose="020B0004020202020204" pitchFamily="34" charset="0"/>
                        </a:rPr>
                        <a:t>40–50​</a:t>
                      </a:r>
                      <a:endParaRPr lang="en-US" sz="1400" b="0" i="0" dirty="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tc>
                  <a:txBody>
                    <a:bodyPr/>
                    <a:lstStyle/>
                    <a:p>
                      <a:pPr algn="l" fontAlgn="base">
                        <a:lnSpc>
                          <a:spcPts val="2250"/>
                        </a:lnSpc>
                        <a:buNone/>
                      </a:pPr>
                      <a:r>
                        <a:rPr lang="en-US" sz="1400" b="0" i="0">
                          <a:solidFill>
                            <a:srgbClr val="131313"/>
                          </a:solidFill>
                          <a:effectLst/>
                          <a:latin typeface="Aptos Light" panose="020B0004020202020204" pitchFamily="34" charset="0"/>
                        </a:rPr>
                        <a:t>~320–400​</a:t>
                      </a:r>
                      <a:endParaRPr lang="en-US" sz="1400" b="0" i="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9525" cap="flat" cmpd="sng" algn="ctr">
                      <a:solidFill>
                        <a:srgbClr val="131313"/>
                      </a:solidFill>
                      <a:prstDash val="solid"/>
                      <a:round/>
                      <a:headEnd type="none" w="med" len="med"/>
                      <a:tailEnd type="none" w="med" len="med"/>
                    </a:lnB>
                    <a:noFill/>
                  </a:tcPr>
                </a:tc>
                <a:extLst>
                  <a:ext uri="{0D108BD9-81ED-4DB2-BD59-A6C34878D82A}">
                    <a16:rowId xmlns:a16="http://schemas.microsoft.com/office/drawing/2014/main" val="2339382685"/>
                  </a:ext>
                </a:extLst>
              </a:tr>
              <a:tr h="352563">
                <a:tc>
                  <a:txBody>
                    <a:bodyPr/>
                    <a:lstStyle/>
                    <a:p>
                      <a:pPr algn="l" fontAlgn="base">
                        <a:lnSpc>
                          <a:spcPts val="2250"/>
                        </a:lnSpc>
                        <a:buNone/>
                      </a:pPr>
                      <a:r>
                        <a:rPr lang="en-US" sz="1400" b="1" i="0">
                          <a:solidFill>
                            <a:srgbClr val="131313"/>
                          </a:solidFill>
                          <a:effectLst/>
                          <a:latin typeface="Aptos Light" panose="020B0004020202020204" pitchFamily="34" charset="0"/>
                        </a:rPr>
                        <a:t>Savings</a:t>
                      </a:r>
                      <a:r>
                        <a:rPr lang="en-US" sz="1400" b="0" i="0">
                          <a:solidFill>
                            <a:srgbClr val="131313"/>
                          </a:solidFill>
                          <a:effectLst/>
                          <a:latin typeface="Aptos Light" panose="020B0004020202020204" pitchFamily="34" charset="0"/>
                        </a:rPr>
                        <a:t>​</a:t>
                      </a:r>
                      <a:endParaRPr lang="en-US" sz="1400" b="0" i="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algn="l" fontAlgn="base">
                        <a:lnSpc>
                          <a:spcPts val="2250"/>
                        </a:lnSpc>
                        <a:buNone/>
                      </a:pPr>
                      <a:r>
                        <a:rPr lang="en-US" sz="1400" b="0" i="0">
                          <a:solidFill>
                            <a:srgbClr val="131313"/>
                          </a:solidFill>
                          <a:effectLst/>
                          <a:latin typeface="Aptos Light" panose="020B0004020202020204" pitchFamily="34" charset="0"/>
                        </a:rPr>
                        <a:t>50–60​</a:t>
                      </a:r>
                      <a:endParaRPr lang="en-US" sz="1400" b="0" i="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algn="l" fontAlgn="base">
                        <a:lnSpc>
                          <a:spcPts val="2250"/>
                        </a:lnSpc>
                        <a:buNone/>
                      </a:pPr>
                      <a:r>
                        <a:rPr lang="en-US" sz="1400" b="0" i="0" dirty="0">
                          <a:solidFill>
                            <a:srgbClr val="131313"/>
                          </a:solidFill>
                          <a:effectLst/>
                          <a:latin typeface="Aptos Light" panose="020B0004020202020204" pitchFamily="34" charset="0"/>
                        </a:rPr>
                        <a:t>~400–480​</a:t>
                      </a:r>
                      <a:endParaRPr lang="en-US" sz="1400" b="0" i="0" dirty="0">
                        <a:solidFill>
                          <a:srgbClr val="131313"/>
                        </a:solidFill>
                        <a:effectLst/>
                      </a:endParaRPr>
                    </a:p>
                  </a:txBody>
                  <a:tcPr marL="84112" marR="84112" marT="42056" marB="4205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131313"/>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1024394201"/>
                  </a:ext>
                </a:extLst>
              </a:tr>
            </a:tbl>
          </a:graphicData>
        </a:graphic>
      </p:graphicFrame>
      <p:pic>
        <p:nvPicPr>
          <p:cNvPr id="23" name="Picture Placeholder 22" descr="A person sitting at a desk with a computer and papers on it&#10;&#10;AI-generated content may be incorrect.">
            <a:extLst>
              <a:ext uri="{FF2B5EF4-FFF2-40B4-BE49-F238E27FC236}">
                <a16:creationId xmlns:a16="http://schemas.microsoft.com/office/drawing/2014/main" id="{D940FF0C-AF20-8146-9F8B-41C1D2357753}"/>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22570" r="22570"/>
          <a:stretch>
            <a:fillRect/>
          </a:stretch>
        </p:blipFill>
        <p:spPr>
          <a:xfrm>
            <a:off x="9421091" y="138545"/>
            <a:ext cx="2632364" cy="6580910"/>
          </a:xfrm>
        </p:spPr>
      </p:pic>
    </p:spTree>
    <p:extLst>
      <p:ext uri="{BB962C8B-B14F-4D97-AF65-F5344CB8AC3E}">
        <p14:creationId xmlns:p14="http://schemas.microsoft.com/office/powerpoint/2010/main" val="264427576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6DED7-4462-4CAE-C870-915B89A0701A}"/>
              </a:ext>
            </a:extLst>
          </p:cNvPr>
          <p:cNvSpPr>
            <a:spLocks noGrp="1"/>
          </p:cNvSpPr>
          <p:nvPr>
            <p:ph type="ctrTitle"/>
          </p:nvPr>
        </p:nvSpPr>
        <p:spPr>
          <a:xfrm>
            <a:off x="827902" y="836955"/>
            <a:ext cx="11182865" cy="4600018"/>
          </a:xfrm>
        </p:spPr>
        <p:txBody>
          <a:bodyPr anchor="b">
            <a:normAutofit/>
          </a:bodyPr>
          <a:lstStyle/>
          <a:p>
            <a:r>
              <a:rPr lang="en-US" sz="6800" dirty="0"/>
              <a:t>Future Scope and Benefits</a:t>
            </a:r>
          </a:p>
        </p:txBody>
      </p:sp>
    </p:spTree>
    <p:extLst>
      <p:ext uri="{BB962C8B-B14F-4D97-AF65-F5344CB8AC3E}">
        <p14:creationId xmlns:p14="http://schemas.microsoft.com/office/powerpoint/2010/main" val="8013418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11438-E729-E035-7C9A-E8D48F6ABC1D}"/>
              </a:ext>
            </a:extLst>
          </p:cNvPr>
          <p:cNvSpPr>
            <a:spLocks noGrp="1"/>
          </p:cNvSpPr>
          <p:nvPr>
            <p:ph type="title"/>
          </p:nvPr>
        </p:nvSpPr>
        <p:spPr>
          <a:xfrm>
            <a:off x="731520" y="731520"/>
            <a:ext cx="6858000" cy="914400"/>
          </a:xfrm>
        </p:spPr>
        <p:txBody>
          <a:bodyPr anchor="b">
            <a:normAutofit/>
          </a:bodyPr>
          <a:lstStyle/>
          <a:p>
            <a:r>
              <a:rPr lang="en-US" sz="3100" dirty="0"/>
              <a:t>Opportunities with OSCAL Adoption</a:t>
            </a:r>
          </a:p>
        </p:txBody>
      </p:sp>
      <p:sp>
        <p:nvSpPr>
          <p:cNvPr id="4" name="Content Placeholder 3">
            <a:extLst>
              <a:ext uri="{FF2B5EF4-FFF2-40B4-BE49-F238E27FC236}">
                <a16:creationId xmlns:a16="http://schemas.microsoft.com/office/drawing/2014/main" id="{FF5F5206-0C29-02EF-C405-FF8B92D91801}"/>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952368"/>
            <a:ext cx="8251842" cy="4338650"/>
          </a:xfrm>
        </p:spPr>
        <p:txBody>
          <a:bodyPr>
            <a:normAutofit fontScale="92500" lnSpcReduction="20000"/>
          </a:bodyPr>
          <a:lstStyle/>
          <a:p>
            <a:pPr>
              <a:spcBef>
                <a:spcPts val="2500"/>
              </a:spcBef>
            </a:pPr>
            <a:r>
              <a:rPr lang="en-US" b="1" dirty="0"/>
              <a:t>Global OSCAL Adoption</a:t>
            </a:r>
          </a:p>
          <a:p>
            <a:pPr marL="0" lvl="1"/>
            <a:r>
              <a:rPr lang="en-US" dirty="0"/>
              <a:t>OSCAL adoption is increasing worldwide with key regulatory bodies endorsing machine-readable compliance standards.</a:t>
            </a:r>
            <a:endParaRPr lang="en-US" b="1" dirty="0"/>
          </a:p>
          <a:p>
            <a:pPr marL="0" indent="0">
              <a:spcBef>
                <a:spcPts val="2500"/>
              </a:spcBef>
              <a:buFont typeface="Arial" panose="020B0604020202020204" pitchFamily="34" charset="0"/>
              <a:buNone/>
            </a:pPr>
            <a:r>
              <a:rPr lang="en-US" b="1" dirty="0"/>
              <a:t>Automation and Accuracy</a:t>
            </a:r>
          </a:p>
          <a:p>
            <a:pPr marL="0" lvl="1"/>
            <a:r>
              <a:rPr lang="en-AU" dirty="0"/>
              <a:t>OSCAL automates SSP and </a:t>
            </a:r>
            <a:r>
              <a:rPr lang="en-AU" dirty="0" err="1"/>
              <a:t>SoA</a:t>
            </a:r>
            <a:r>
              <a:rPr lang="en-AU" dirty="0"/>
              <a:t> creation, enhances documentation accuracy, reduces manual effort, and improves transparency.</a:t>
            </a:r>
            <a:endParaRPr lang="en-US" dirty="0"/>
          </a:p>
          <a:p>
            <a:pPr marL="0" indent="0">
              <a:spcBef>
                <a:spcPts val="2500"/>
              </a:spcBef>
              <a:buFont typeface="Arial" panose="020B0604020202020204" pitchFamily="34" charset="0"/>
              <a:buNone/>
            </a:pPr>
            <a:r>
              <a:rPr lang="en-US" b="1" dirty="0"/>
              <a:t>Continuous Compliance Tracking</a:t>
            </a:r>
          </a:p>
          <a:p>
            <a:pPr marL="0" lvl="1" indent="0">
              <a:buFont typeface="Arial" panose="020B0604020202020204" pitchFamily="34" charset="0"/>
              <a:buNone/>
            </a:pPr>
            <a:r>
              <a:rPr dirty="0"/>
              <a:t>Enables ongoing compliance monitoring for faster, higher-quality assessments and reduced operational overhead.</a:t>
            </a:r>
            <a:endParaRPr lang="en-US" dirty="0"/>
          </a:p>
          <a:p>
            <a:pPr marL="0" indent="0">
              <a:spcBef>
                <a:spcPts val="2500"/>
              </a:spcBef>
              <a:buFont typeface="Arial" panose="020B0604020202020204" pitchFamily="34" charset="0"/>
              <a:buNone/>
            </a:pPr>
            <a:r>
              <a:rPr lang="en-US" b="1" dirty="0"/>
              <a:t>Integration and Future Enhancements</a:t>
            </a:r>
          </a:p>
          <a:p>
            <a:pPr marL="0" lvl="1" indent="0">
              <a:buFont typeface="Arial" panose="020B0604020202020204" pitchFamily="34" charset="0"/>
              <a:buNone/>
            </a:pPr>
            <a:r>
              <a:rPr dirty="0"/>
              <a:t>Prototype integration with existing workflows and planned support for multiple standards and governance tools</a:t>
            </a:r>
            <a:r>
              <a:rPr lang="en-AU" dirty="0"/>
              <a:t> along with dashboard for metrics collection. </a:t>
            </a:r>
            <a:endParaRPr lang="en-US" dirty="0"/>
          </a:p>
          <a:p>
            <a:pPr marL="0" indent="0">
              <a:spcBef>
                <a:spcPts val="2500"/>
              </a:spcBef>
              <a:buFont typeface="Arial" panose="020B0604020202020204" pitchFamily="34" charset="0"/>
              <a:buNone/>
            </a:pPr>
            <a:r>
              <a:rPr lang="en-US" b="1" dirty="0"/>
              <a:t>Industry Leadership Potential</a:t>
            </a:r>
          </a:p>
          <a:p>
            <a:pPr marL="0" lvl="1" indent="0">
              <a:buFont typeface="Arial" panose="020B0604020202020204" pitchFamily="34" charset="0"/>
              <a:buNone/>
            </a:pPr>
            <a:r>
              <a:rPr dirty="0"/>
              <a:t>Adopting OSCAL </a:t>
            </a:r>
            <a:r>
              <a:rPr i="1" dirty="0"/>
              <a:t>positions Adobe as a leader in compliance automation </a:t>
            </a:r>
            <a:r>
              <a:rPr dirty="0"/>
              <a:t>and global regulatory readiness.</a:t>
            </a:r>
            <a:endParaRPr lang="en-US" dirty="0"/>
          </a:p>
        </p:txBody>
      </p:sp>
      <p:pic>
        <p:nvPicPr>
          <p:cNvPr id="5" name="Content Placeholder 4" descr="Download or upload files concept">
            <a:extLst>
              <a:ext uri="{FF2B5EF4-FFF2-40B4-BE49-F238E27FC236}">
                <a16:creationId xmlns:a16="http://schemas.microsoft.com/office/drawing/2014/main" id="{8A79CBC0-757D-4562-9747-1E7FC3BBD048}"/>
              </a:ext>
            </a:extLst>
          </p:cNvPr>
          <p:cNvPicPr>
            <a:picLocks noGrp="1" noChangeAspect="1"/>
          </p:cNvPicPr>
          <p:nvPr>
            <p:ph type="pic" sz="quarter" idx="18"/>
          </p:nvPr>
        </p:nvPicPr>
        <p:blipFill>
          <a:blip r:embed="rId3"/>
          <a:srcRect l="33915" r="38657" b="-2"/>
          <a:stretch>
            <a:fillRect/>
          </a:stretch>
        </p:blipFill>
        <p:spPr>
          <a:xfrm>
            <a:off x="9603033" y="301752"/>
            <a:ext cx="2287214" cy="6254496"/>
          </a:xfrm>
          <a:prstGeom prst="rect">
            <a:avLst/>
          </a:prstGeom>
          <a:noFill/>
        </p:spPr>
      </p:pic>
    </p:spTree>
    <p:extLst>
      <p:ext uri="{BB962C8B-B14F-4D97-AF65-F5344CB8AC3E}">
        <p14:creationId xmlns:p14="http://schemas.microsoft.com/office/powerpoint/2010/main" val="17056174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BC81-FAB3-4406-6CCE-46366DF437FA}"/>
              </a:ext>
            </a:extLst>
          </p:cNvPr>
          <p:cNvSpPr>
            <a:spLocks noGrp="1"/>
          </p:cNvSpPr>
          <p:nvPr>
            <p:ph type="ctrTitle"/>
          </p:nvPr>
        </p:nvSpPr>
        <p:spPr>
          <a:xfrm>
            <a:off x="864973" y="836955"/>
            <a:ext cx="11232292" cy="4600018"/>
          </a:xfrm>
        </p:spPr>
        <p:txBody>
          <a:bodyPr anchor="b">
            <a:normAutofit/>
          </a:bodyPr>
          <a:lstStyle/>
          <a:p>
            <a:r>
              <a:rPr lang="en-US" sz="6800" dirty="0"/>
              <a:t>Why Investment Matters</a:t>
            </a:r>
          </a:p>
        </p:txBody>
      </p:sp>
    </p:spTree>
    <p:extLst>
      <p:ext uri="{BB962C8B-B14F-4D97-AF65-F5344CB8AC3E}">
        <p14:creationId xmlns:p14="http://schemas.microsoft.com/office/powerpoint/2010/main" val="1503440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F2222-C4F6-3C84-92E3-65ADA02A79A5}"/>
              </a:ext>
            </a:extLst>
          </p:cNvPr>
          <p:cNvSpPr>
            <a:spLocks noGrp="1"/>
          </p:cNvSpPr>
          <p:nvPr>
            <p:ph type="title"/>
          </p:nvPr>
        </p:nvSpPr>
        <p:spPr>
          <a:xfrm>
            <a:off x="558525" y="109782"/>
            <a:ext cx="7596934" cy="914400"/>
          </a:xfrm>
        </p:spPr>
        <p:txBody>
          <a:bodyPr anchor="b">
            <a:normAutofit/>
          </a:bodyPr>
          <a:lstStyle/>
          <a:p>
            <a:r>
              <a:rPr lang="en-US" sz="3100" dirty="0"/>
              <a:t>Strategic Importance for Adobe</a:t>
            </a:r>
          </a:p>
        </p:txBody>
      </p:sp>
      <p:sp>
        <p:nvSpPr>
          <p:cNvPr id="4" name="Content Placeholder 3">
            <a:extLst>
              <a:ext uri="{FF2B5EF4-FFF2-40B4-BE49-F238E27FC236}">
                <a16:creationId xmlns:a16="http://schemas.microsoft.com/office/drawing/2014/main" id="{04364905-3D06-E066-F88A-B8ED3F85D180}"/>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8525" y="1421027"/>
            <a:ext cx="8710166" cy="4758780"/>
          </a:xfrm>
        </p:spPr>
        <p:txBody>
          <a:bodyPr>
            <a:normAutofit/>
          </a:bodyPr>
          <a:lstStyle/>
          <a:p>
            <a:pPr>
              <a:spcBef>
                <a:spcPts val="2500"/>
              </a:spcBef>
            </a:pPr>
            <a:r>
              <a:rPr lang="en-AU" sz="2000" b="1" dirty="0">
                <a:latin typeface="+mj-lt"/>
              </a:rPr>
              <a:t>Establishes Adobe as a trailblazer in compliance automation.</a:t>
            </a:r>
            <a:endParaRPr lang="en-US" sz="2000" b="1" dirty="0">
              <a:latin typeface="+mj-lt"/>
            </a:endParaRPr>
          </a:p>
          <a:p>
            <a:pPr marL="0" indent="0">
              <a:spcBef>
                <a:spcPts val="2500"/>
              </a:spcBef>
              <a:buFont typeface="Arial" panose="020B0604020202020204" pitchFamily="34" charset="0"/>
              <a:buNone/>
            </a:pPr>
            <a:r>
              <a:rPr lang="en-US" b="1" dirty="0"/>
              <a:t>Compliance with Regulations</a:t>
            </a:r>
          </a:p>
          <a:p>
            <a:pPr marL="0" lvl="1" indent="0">
              <a:buFont typeface="Arial" panose="020B0604020202020204" pitchFamily="34" charset="0"/>
              <a:buNone/>
            </a:pPr>
            <a:r>
              <a:rPr dirty="0"/>
              <a:t>Adopting OSCAL ensures Adobe meets regulatory mandates like FedRAMP</a:t>
            </a:r>
            <a:r>
              <a:rPr lang="en-AU" dirty="0"/>
              <a:t>, ACSC ISM, CCCS </a:t>
            </a:r>
            <a:r>
              <a:rPr dirty="0"/>
              <a:t> and Singapore IM8 effectively and accurately.</a:t>
            </a:r>
            <a:endParaRPr lang="en-US" dirty="0"/>
          </a:p>
          <a:p>
            <a:pPr marL="0" indent="0">
              <a:spcBef>
                <a:spcPts val="2500"/>
              </a:spcBef>
              <a:buFont typeface="Arial" panose="020B0604020202020204" pitchFamily="34" charset="0"/>
              <a:buNone/>
            </a:pPr>
            <a:r>
              <a:rPr lang="en-US" b="1" dirty="0"/>
              <a:t>Operational Efficiency</a:t>
            </a:r>
          </a:p>
          <a:p>
            <a:pPr marL="0" lvl="1" indent="0">
              <a:buFont typeface="Arial" panose="020B0604020202020204" pitchFamily="34" charset="0"/>
              <a:buNone/>
            </a:pPr>
            <a:r>
              <a:rPr dirty="0"/>
              <a:t>Using OSCAL reduces audit timelines and streamlines compliance processes, enhancing Adobe's operational efficiency.</a:t>
            </a:r>
            <a:endParaRPr lang="en-US" dirty="0"/>
          </a:p>
          <a:p>
            <a:pPr marL="0" indent="0">
              <a:spcBef>
                <a:spcPts val="2500"/>
              </a:spcBef>
              <a:buFont typeface="Arial" panose="020B0604020202020204" pitchFamily="34" charset="0"/>
              <a:buNone/>
            </a:pPr>
            <a:r>
              <a:rPr lang="en-US" b="1" dirty="0"/>
              <a:t>Competitive Advantage</a:t>
            </a:r>
          </a:p>
          <a:p>
            <a:pPr marL="0" lvl="1" indent="0">
              <a:buFont typeface="Arial" panose="020B0604020202020204" pitchFamily="34" charset="0"/>
              <a:buNone/>
            </a:pPr>
            <a:r>
              <a:rPr dirty="0"/>
              <a:t>Integrating OSCAL positions Adobe as an innovator in compliance automation, boosting reputation and market position.</a:t>
            </a:r>
            <a:endParaRPr lang="en-US" dirty="0"/>
          </a:p>
          <a:p>
            <a:pPr marL="0" indent="0">
              <a:spcBef>
                <a:spcPts val="2500"/>
              </a:spcBef>
              <a:buFont typeface="Arial" panose="020B0604020202020204" pitchFamily="34" charset="0"/>
              <a:buNone/>
            </a:pPr>
            <a:r>
              <a:rPr lang="en-US" b="1" dirty="0"/>
              <a:t>Scalable Global Compliance</a:t>
            </a:r>
          </a:p>
          <a:p>
            <a:pPr marL="0" lvl="1" indent="0">
              <a:buFont typeface="Arial" panose="020B0604020202020204" pitchFamily="34" charset="0"/>
              <a:buNone/>
            </a:pPr>
            <a:r>
              <a:rPr dirty="0"/>
              <a:t>OSCAL enables Adobe to scale compliance globally while maintaining accuracy and transparency across operations.</a:t>
            </a:r>
            <a:endParaRPr lang="en-US" dirty="0"/>
          </a:p>
        </p:txBody>
      </p:sp>
      <p:pic>
        <p:nvPicPr>
          <p:cNvPr id="9" name="Picture Placeholder 8" descr="Hands holding a tablet with colorful icons on it&#10;&#10;AI-generated content may be incorrect.">
            <a:extLst>
              <a:ext uri="{FF2B5EF4-FFF2-40B4-BE49-F238E27FC236}">
                <a16:creationId xmlns:a16="http://schemas.microsoft.com/office/drawing/2014/main" id="{07E08D1E-A18D-5D2D-B3F6-82ABB6080A59}"/>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t="7262" b="7262"/>
          <a:stretch>
            <a:fillRect/>
          </a:stretch>
        </p:blipFill>
        <p:spPr>
          <a:xfrm>
            <a:off x="9372001" y="1421027"/>
            <a:ext cx="2745857" cy="2886896"/>
          </a:xfrm>
        </p:spPr>
      </p:pic>
    </p:spTree>
    <p:extLst>
      <p:ext uri="{BB962C8B-B14F-4D97-AF65-F5344CB8AC3E}">
        <p14:creationId xmlns:p14="http://schemas.microsoft.com/office/powerpoint/2010/main" val="142098555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A995C-7916-B79C-C2BD-9271D067263C}"/>
              </a:ext>
            </a:extLst>
          </p:cNvPr>
          <p:cNvSpPr>
            <a:spLocks noGrp="1"/>
          </p:cNvSpPr>
          <p:nvPr>
            <p:ph type="ctrTitle"/>
          </p:nvPr>
        </p:nvSpPr>
        <p:spPr>
          <a:xfrm>
            <a:off x="852616" y="836955"/>
            <a:ext cx="11339384" cy="4562948"/>
          </a:xfrm>
        </p:spPr>
        <p:txBody>
          <a:bodyPr anchor="b">
            <a:normAutofit/>
          </a:bodyPr>
          <a:lstStyle/>
          <a:p>
            <a:r>
              <a:rPr lang="en-US" sz="6800" dirty="0"/>
              <a:t>Demo and Next Steps</a:t>
            </a:r>
          </a:p>
        </p:txBody>
      </p:sp>
    </p:spTree>
    <p:extLst>
      <p:ext uri="{BB962C8B-B14F-4D97-AF65-F5344CB8AC3E}">
        <p14:creationId xmlns:p14="http://schemas.microsoft.com/office/powerpoint/2010/main" val="275457672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37F72-21FC-4FD3-B2F9-9535B41F4F13}"/>
              </a:ext>
            </a:extLst>
          </p:cNvPr>
          <p:cNvSpPr>
            <a:spLocks noGrp="1"/>
          </p:cNvSpPr>
          <p:nvPr>
            <p:ph type="title"/>
          </p:nvPr>
        </p:nvSpPr>
        <p:spPr>
          <a:xfrm>
            <a:off x="5362832" y="101326"/>
            <a:ext cx="6437871" cy="1447800"/>
          </a:xfrm>
        </p:spPr>
        <p:txBody>
          <a:bodyPr anchor="b">
            <a:normAutofit/>
          </a:bodyPr>
          <a:lstStyle/>
          <a:p>
            <a:r>
              <a:rPr lang="en-US" sz="3700" dirty="0"/>
              <a:t>Prototype Overview and Action Plan</a:t>
            </a:r>
          </a:p>
        </p:txBody>
      </p:sp>
      <p:sp>
        <p:nvSpPr>
          <p:cNvPr id="4" name="Content Placeholder 3">
            <a:extLst>
              <a:ext uri="{FF2B5EF4-FFF2-40B4-BE49-F238E27FC236}">
                <a16:creationId xmlns:a16="http://schemas.microsoft.com/office/drawing/2014/main" id="{5FF62A10-FECF-775B-6CE7-45995242EAFE}"/>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62832" y="2014152"/>
            <a:ext cx="6697363" cy="4380470"/>
          </a:xfrm>
        </p:spPr>
        <p:txBody>
          <a:bodyPr>
            <a:normAutofit fontScale="92500" lnSpcReduction="10000"/>
          </a:bodyPr>
          <a:lstStyle/>
          <a:p>
            <a:pPr>
              <a:spcBef>
                <a:spcPts val="2500"/>
              </a:spcBef>
            </a:pPr>
            <a:r>
              <a:rPr lang="en-US" b="1" dirty="0"/>
              <a:t>Prototype is available at </a:t>
            </a:r>
            <a:r>
              <a:rPr lang="en-AU" dirty="0">
                <a:latin typeface="Arial"/>
                <a:hlinkClick r:id="rId3"/>
              </a:rPr>
              <a:t>https://keekar.ddns.net</a:t>
            </a:r>
            <a:endParaRPr lang="en-AU" dirty="0">
              <a:latin typeface="Arial"/>
            </a:endParaRPr>
          </a:p>
          <a:p>
            <a:pPr marL="0" indent="0">
              <a:spcBef>
                <a:spcPts val="2500"/>
              </a:spcBef>
              <a:buFont typeface="Arial" panose="020B0604020202020204" pitchFamily="34" charset="0"/>
              <a:buNone/>
            </a:pPr>
            <a:r>
              <a:rPr lang="en-US" b="1" dirty="0"/>
              <a:t>Prototype Tool Features</a:t>
            </a:r>
          </a:p>
          <a:p>
            <a:pPr marL="0" lvl="1" indent="0">
              <a:buFont typeface="Arial" panose="020B0604020202020204" pitchFamily="34" charset="0"/>
              <a:buNone/>
            </a:pPr>
            <a:r>
              <a:rPr dirty="0"/>
              <a:t>Supports conversion of compliance data into OSCAL format with tracking and documentation management features.</a:t>
            </a:r>
            <a:endParaRPr lang="en-US" dirty="0"/>
          </a:p>
          <a:p>
            <a:pPr marL="0" indent="0">
              <a:spcBef>
                <a:spcPts val="2500"/>
              </a:spcBef>
              <a:buFont typeface="Arial" panose="020B0604020202020204" pitchFamily="34" charset="0"/>
              <a:buNone/>
            </a:pPr>
            <a:r>
              <a:rPr lang="en-US" b="1" dirty="0"/>
              <a:t>Leadership Inputs &amp; Decisions</a:t>
            </a:r>
          </a:p>
          <a:p>
            <a:pPr marL="0" lvl="1"/>
            <a:r>
              <a:rPr dirty="0"/>
              <a:t>Plan leadership review, feedback gathering, integration decisions, and roadmap for SSA compliance automation.</a:t>
            </a:r>
            <a:r>
              <a:rPr lang="en-AU" dirty="0"/>
              <a:t> Your feedback will guide decisions on open-source contribution or internal adoption for SSA</a:t>
            </a:r>
            <a:endParaRPr lang="en-US" dirty="0"/>
          </a:p>
          <a:p>
            <a:pPr marL="0" indent="0">
              <a:spcBef>
                <a:spcPts val="2500"/>
              </a:spcBef>
              <a:buFont typeface="Arial" panose="020B0604020202020204" pitchFamily="34" charset="0"/>
              <a:buNone/>
            </a:pPr>
            <a:r>
              <a:rPr lang="en-US" b="1" dirty="0"/>
              <a:t>Collaboration and Goals</a:t>
            </a:r>
          </a:p>
          <a:p>
            <a:pPr marL="0" lvl="1" indent="0">
              <a:buFont typeface="Arial" panose="020B0604020202020204" pitchFamily="34" charset="0"/>
              <a:buNone/>
            </a:pPr>
            <a:r>
              <a:rPr dirty="0"/>
              <a:t>Collaboration across leadership to align priorities and resources to enhance compliance efficiency and reduce risks.</a:t>
            </a:r>
            <a:endParaRPr lang="en-AU" dirty="0"/>
          </a:p>
          <a:p>
            <a:pPr>
              <a:spcBef>
                <a:spcPts val="2500"/>
              </a:spcBef>
            </a:pPr>
            <a:r>
              <a:rPr lang="en-US" b="1" dirty="0"/>
              <a:t>Strategic Alignment</a:t>
            </a:r>
          </a:p>
          <a:p>
            <a:pPr marL="0" lvl="1"/>
            <a:r>
              <a:rPr lang="en-US" dirty="0"/>
              <a:t>Engagement ensures alignment with compliance roadmap and investment priorities.</a:t>
            </a:r>
          </a:p>
          <a:p>
            <a:pPr marL="0" lvl="1" indent="0">
              <a:buFont typeface="Arial" panose="020B0604020202020204" pitchFamily="34" charset="0"/>
              <a:buNone/>
            </a:pPr>
            <a:endParaRPr lang="en-US" dirty="0"/>
          </a:p>
        </p:txBody>
      </p:sp>
      <p:pic>
        <p:nvPicPr>
          <p:cNvPr id="8" name="Picture Placeholder 7" descr="A group of people clapping at a table&#10;&#10;AI-generated content may be incorrect.">
            <a:extLst>
              <a:ext uri="{FF2B5EF4-FFF2-40B4-BE49-F238E27FC236}">
                <a16:creationId xmlns:a16="http://schemas.microsoft.com/office/drawing/2014/main" id="{69C4A519-C99D-B907-49D0-4FBC6F1B46D9}"/>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15142" r="15142"/>
          <a:stretch>
            <a:fillRect/>
          </a:stretch>
        </p:blipFill>
        <p:spPr/>
      </p:pic>
    </p:spTree>
    <p:extLst>
      <p:ext uri="{BB962C8B-B14F-4D97-AF65-F5344CB8AC3E}">
        <p14:creationId xmlns:p14="http://schemas.microsoft.com/office/powerpoint/2010/main" val="12336674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1F59C-DDD7-5529-82F4-55CD54273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13C4D5-3612-C49B-7086-862C703A8EF5}"/>
              </a:ext>
            </a:extLst>
          </p:cNvPr>
          <p:cNvSpPr>
            <a:spLocks noGrp="1"/>
          </p:cNvSpPr>
          <p:nvPr>
            <p:ph type="ctrTitle"/>
          </p:nvPr>
        </p:nvSpPr>
        <p:spPr>
          <a:xfrm>
            <a:off x="852616" y="836955"/>
            <a:ext cx="11339384" cy="4649446"/>
          </a:xfrm>
        </p:spPr>
        <p:txBody>
          <a:bodyPr anchor="b">
            <a:normAutofit/>
          </a:bodyPr>
          <a:lstStyle/>
          <a:p>
            <a:r>
              <a:rPr lang="en-US" dirty="0"/>
              <a:t>Tool ARCHITECTURE</a:t>
            </a:r>
          </a:p>
        </p:txBody>
      </p:sp>
    </p:spTree>
    <p:extLst>
      <p:ext uri="{BB962C8B-B14F-4D97-AF65-F5344CB8AC3E}">
        <p14:creationId xmlns:p14="http://schemas.microsoft.com/office/powerpoint/2010/main" val="26841102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EC2D9-FA16-4A18-239E-B3532E4C11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CA4A80-08C2-F40E-D849-07ADC305A354}"/>
              </a:ext>
            </a:extLst>
          </p:cNvPr>
          <p:cNvSpPr>
            <a:spLocks noGrp="1"/>
          </p:cNvSpPr>
          <p:nvPr>
            <p:ph type="title"/>
          </p:nvPr>
        </p:nvSpPr>
        <p:spPr>
          <a:xfrm>
            <a:off x="830195" y="368449"/>
            <a:ext cx="10052958" cy="962590"/>
          </a:xfrm>
        </p:spPr>
        <p:txBody>
          <a:bodyPr anchor="b">
            <a:normAutofit/>
          </a:bodyPr>
          <a:lstStyle/>
          <a:p>
            <a:r>
              <a:rPr lang="en-US" dirty="0"/>
              <a:t>SYSTEM DESIGN OVERVIEW</a:t>
            </a:r>
          </a:p>
        </p:txBody>
      </p:sp>
      <p:sp>
        <p:nvSpPr>
          <p:cNvPr id="4" name="Content Placeholder 3">
            <a:extLst>
              <a:ext uri="{FF2B5EF4-FFF2-40B4-BE49-F238E27FC236}">
                <a16:creationId xmlns:a16="http://schemas.microsoft.com/office/drawing/2014/main" id="{77EDCAC2-C316-83DA-98FA-0BEE1B2FDFEC}"/>
              </a:ext>
            </a:extLst>
          </p:cNvPr>
          <p:cNvSpPr>
            <a:spLocks noGrp="1"/>
          </p:cNvSpPr>
          <p:nvPr>
            <p:ph sz="quarter" idx="15"/>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45775" y="1474694"/>
            <a:ext cx="7234398" cy="4899211"/>
          </a:xfrm>
        </p:spPr>
        <p:txBody>
          <a:bodyPr>
            <a:normAutofit/>
          </a:bodyPr>
          <a:lstStyle/>
          <a:p>
            <a:pPr marL="0" indent="0">
              <a:lnSpc>
                <a:spcPct val="90000"/>
              </a:lnSpc>
              <a:spcBef>
                <a:spcPts val="2500"/>
              </a:spcBef>
              <a:buFont typeface="Arial" panose="020B0604020202020204" pitchFamily="34" charset="0"/>
              <a:buNone/>
            </a:pPr>
            <a:r>
              <a:rPr lang="en-AU" sz="1300" b="1" dirty="0"/>
              <a:t>Frontend Interface</a:t>
            </a:r>
          </a:p>
          <a:p>
            <a:pPr marL="0" lvl="1" indent="0">
              <a:lnSpc>
                <a:spcPct val="90000"/>
              </a:lnSpc>
              <a:buNone/>
            </a:pPr>
            <a:r>
              <a:rPr lang="en-AU" sz="1300" dirty="0"/>
              <a:t>The React-based frontend offers an intuitive user interface for managing compliance workflows efficiently.</a:t>
            </a:r>
          </a:p>
          <a:p>
            <a:pPr marL="0" indent="0">
              <a:lnSpc>
                <a:spcPct val="90000"/>
              </a:lnSpc>
              <a:spcBef>
                <a:spcPts val="2500"/>
              </a:spcBef>
              <a:buFont typeface="Arial" panose="020B0604020202020204" pitchFamily="34" charset="0"/>
              <a:buNone/>
            </a:pPr>
            <a:r>
              <a:rPr lang="en-AU" sz="1300" b="1" dirty="0"/>
              <a:t>Backend Services</a:t>
            </a:r>
          </a:p>
          <a:p>
            <a:pPr marL="0" lvl="1" indent="0">
              <a:lnSpc>
                <a:spcPct val="90000"/>
              </a:lnSpc>
              <a:buNone/>
            </a:pPr>
            <a:r>
              <a:rPr lang="en-AU" sz="1300" dirty="0"/>
              <a:t>Node.js backend manages API endpoints for generating compliance documents like SSP, Statement of Applicability (</a:t>
            </a:r>
            <a:r>
              <a:rPr lang="en-AU" sz="1300" dirty="0" err="1"/>
              <a:t>SoA</a:t>
            </a:r>
            <a:r>
              <a:rPr lang="en-AU" sz="1300" dirty="0"/>
              <a:t>), and Cloud Control Matrix (CCM).</a:t>
            </a:r>
          </a:p>
          <a:p>
            <a:pPr marL="0" indent="0">
              <a:lnSpc>
                <a:spcPct val="90000"/>
              </a:lnSpc>
              <a:spcBef>
                <a:spcPts val="2500"/>
              </a:spcBef>
              <a:buFont typeface="Arial" panose="020B0604020202020204" pitchFamily="34" charset="0"/>
              <a:buNone/>
            </a:pPr>
            <a:r>
              <a:rPr lang="en-AU" sz="1300" b="1" dirty="0" err="1"/>
              <a:t>Catalog</a:t>
            </a:r>
            <a:r>
              <a:rPr lang="en-AU" sz="1300" b="1" dirty="0"/>
              <a:t> Integration</a:t>
            </a:r>
          </a:p>
          <a:p>
            <a:pPr marL="0" lvl="1" indent="0">
              <a:lnSpc>
                <a:spcPct val="90000"/>
              </a:lnSpc>
              <a:buNone/>
            </a:pPr>
            <a:r>
              <a:rPr lang="en-AU" sz="1300" dirty="0"/>
              <a:t>The system integrates with external OSCAL catalogues like NIST SP 800-53 and ACSC ISM for compliance data.</a:t>
            </a:r>
          </a:p>
          <a:p>
            <a:pPr marL="0" indent="0">
              <a:lnSpc>
                <a:spcPct val="90000"/>
              </a:lnSpc>
              <a:spcBef>
                <a:spcPts val="2500"/>
              </a:spcBef>
              <a:buFont typeface="Arial" panose="020B0604020202020204" pitchFamily="34" charset="0"/>
              <a:buNone/>
            </a:pPr>
            <a:r>
              <a:rPr lang="en-AU" sz="1300" b="1" dirty="0"/>
              <a:t>Extensibility and Export</a:t>
            </a:r>
          </a:p>
          <a:p>
            <a:pPr marL="0" lvl="1" indent="0">
              <a:lnSpc>
                <a:spcPct val="90000"/>
              </a:lnSpc>
              <a:buNone/>
            </a:pPr>
            <a:r>
              <a:rPr lang="en-AU" sz="1300" dirty="0"/>
              <a:t>Supports export in JSON, Excel, PDF formats and future enhancements including GRC integration and collaboration.</a:t>
            </a:r>
          </a:p>
          <a:p>
            <a:pPr marL="0" lvl="1" indent="0">
              <a:lnSpc>
                <a:spcPct val="90000"/>
              </a:lnSpc>
              <a:spcBef>
                <a:spcPts val="2500"/>
              </a:spcBef>
              <a:buNone/>
            </a:pPr>
            <a:r>
              <a:rPr lang="en-AU" sz="1300" b="1" dirty="0"/>
              <a:t>Monitoring Integration</a:t>
            </a:r>
          </a:p>
          <a:p>
            <a:pPr marL="0" lvl="1" indent="0">
              <a:lnSpc>
                <a:spcPct val="90000"/>
              </a:lnSpc>
              <a:buFont typeface="Arial" panose="020B0604020202020204" pitchFamily="34" charset="0"/>
              <a:buNone/>
            </a:pPr>
            <a:r>
              <a:rPr lang="en-AU" sz="1300" dirty="0"/>
              <a:t>Designed to leverage the existing APIs to fetch the real-time metrices for automated control monitoring and testing without storing credentials in tools. </a:t>
            </a:r>
          </a:p>
        </p:txBody>
      </p:sp>
      <p:pic>
        <p:nvPicPr>
          <p:cNvPr id="15" name="Picture Placeholder 14" descr="Close-up of a gears with text on it&#10;&#10;AI-generated content may be incorrect.">
            <a:extLst>
              <a:ext uri="{FF2B5EF4-FFF2-40B4-BE49-F238E27FC236}">
                <a16:creationId xmlns:a16="http://schemas.microsoft.com/office/drawing/2014/main" id="{5074079C-6B5A-672D-BB46-B9AB17AC8933}"/>
              </a:ext>
            </a:extLst>
          </p:cNvPr>
          <p:cNvPicPr>
            <a:picLocks noGrp="1" noChangeAspect="1"/>
          </p:cNvPicPr>
          <p:nvPr>
            <p:ph sz="quarter" idx="16"/>
          </p:nvPr>
        </p:nvPicPr>
        <p:blipFill>
          <a:blip r:embed="rId3">
            <a:extLst>
              <a:ext uri="{28A0092B-C50C-407E-A947-70E740481C1C}">
                <a14:useLocalDpi xmlns:a14="http://schemas.microsoft.com/office/drawing/2010/main" val="0"/>
              </a:ext>
            </a:extLst>
          </a:blip>
          <a:stretch/>
        </p:blipFill>
        <p:spPr>
          <a:xfrm>
            <a:off x="8297008" y="1610127"/>
            <a:ext cx="3399390" cy="3242329"/>
          </a:xfrm>
          <a:noFill/>
        </p:spPr>
      </p:pic>
    </p:spTree>
    <p:extLst>
      <p:ext uri="{BB962C8B-B14F-4D97-AF65-F5344CB8AC3E}">
        <p14:creationId xmlns:p14="http://schemas.microsoft.com/office/powerpoint/2010/main" val="333715285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F09B3-4BE4-796B-60F1-1709D353C5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AEE16-D6F8-5BF8-320D-6C45C3AEA4FC}"/>
              </a:ext>
            </a:extLst>
          </p:cNvPr>
          <p:cNvSpPr>
            <a:spLocks noGrp="1"/>
          </p:cNvSpPr>
          <p:nvPr>
            <p:ph type="ctrTitle"/>
          </p:nvPr>
        </p:nvSpPr>
        <p:spPr>
          <a:xfrm>
            <a:off x="852616" y="836955"/>
            <a:ext cx="11339384" cy="4649446"/>
          </a:xfrm>
        </p:spPr>
        <p:txBody>
          <a:bodyPr anchor="b">
            <a:normAutofit/>
          </a:bodyPr>
          <a:lstStyle/>
          <a:p>
            <a:r>
              <a:rPr lang="en-US"/>
              <a:t>Q&amp;A ? </a:t>
            </a:r>
          </a:p>
        </p:txBody>
      </p:sp>
    </p:spTree>
    <p:extLst>
      <p:ext uri="{BB962C8B-B14F-4D97-AF65-F5344CB8AC3E}">
        <p14:creationId xmlns:p14="http://schemas.microsoft.com/office/powerpoint/2010/main" val="21064970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DE86C-67FC-3DFF-2BC4-45F89E6DB3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0DE5E1-6333-3351-3696-896CE3B41693}"/>
              </a:ext>
            </a:extLst>
          </p:cNvPr>
          <p:cNvSpPr>
            <a:spLocks noGrp="1"/>
          </p:cNvSpPr>
          <p:nvPr>
            <p:ph type="ctrTitle"/>
          </p:nvPr>
        </p:nvSpPr>
        <p:spPr>
          <a:xfrm>
            <a:off x="852616" y="836955"/>
            <a:ext cx="11339384" cy="4649446"/>
          </a:xfrm>
        </p:spPr>
        <p:txBody>
          <a:bodyPr anchor="b">
            <a:normAutofit/>
          </a:bodyPr>
          <a:lstStyle/>
          <a:p>
            <a:r>
              <a:rPr lang="en-US"/>
              <a:t>Thankyou </a:t>
            </a:r>
            <a:endParaRPr lang="en-US" dirty="0"/>
          </a:p>
        </p:txBody>
      </p:sp>
    </p:spTree>
    <p:extLst>
      <p:ext uri="{BB962C8B-B14F-4D97-AF65-F5344CB8AC3E}">
        <p14:creationId xmlns:p14="http://schemas.microsoft.com/office/powerpoint/2010/main" val="8731673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Galaxy">
  <a:themeElements>
    <a:clrScheme name="Galaxy">
      <a:dk1>
        <a:srgbClr val="000000"/>
      </a:dk1>
      <a:lt1>
        <a:srgbClr val="FFFFFF"/>
      </a:lt1>
      <a:dk2>
        <a:srgbClr val="10013F"/>
      </a:dk2>
      <a:lt2>
        <a:srgbClr val="F2F0FF"/>
      </a:lt2>
      <a:accent1>
        <a:srgbClr val="814DFF"/>
      </a:accent1>
      <a:accent2>
        <a:srgbClr val="243FFF"/>
      </a:accent2>
      <a:accent3>
        <a:srgbClr val="FF83B6"/>
      </a:accent3>
      <a:accent4>
        <a:srgbClr val="FF9022"/>
      </a:accent4>
      <a:accent5>
        <a:srgbClr val="FF1F85"/>
      </a:accent5>
      <a:accent6>
        <a:srgbClr val="1A98FF"/>
      </a:accent6>
      <a:hlink>
        <a:srgbClr val="0563C1"/>
      </a:hlink>
      <a:folHlink>
        <a:srgbClr val="954F72"/>
      </a:folHlink>
    </a:clrScheme>
    <a:fontScheme name="Custom 64">
      <a:majorFont>
        <a:latin typeface="Univers"/>
        <a:ea typeface=""/>
        <a:cs typeface=""/>
      </a:majorFont>
      <a:minorFont>
        <a:latin typeface="Univer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alaxy_Copilot Layouts_win32_KO_V7" id="{277D7D6E-D023-4C41-8C54-008713810D9E}" vid="{6C12C930-BEAE-46EF-AAFA-5A28A006694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66CE19-BB35-48A2-AFDA-766E83330032}">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B99ED26-B189-4BA1-99D0-1112D8C2F106}">
  <ds:schemaRefs>
    <ds:schemaRef ds:uri="http://purl.org/dc/elements/1.1/"/>
    <ds:schemaRef ds:uri="http://schemas.microsoft.com/office/2006/metadata/properties"/>
    <ds:schemaRef ds:uri="71af3243-3dd4-4a8d-8c0d-dd76da1f02a5"/>
    <ds:schemaRef ds:uri="http://www.w3.org/XML/1998/namespace"/>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230e9df3-be65-4c73-a93b-d1236ebd677e"/>
    <ds:schemaRef ds:uri="16c05727-aa75-4e4a-9b5f-8a80a1165891"/>
    <ds:schemaRef ds:uri="http://schemas.microsoft.com/sharepoint/v3"/>
    <ds:schemaRef ds:uri="http://purl.org/dc/terms/"/>
  </ds:schemaRefs>
</ds:datastoreItem>
</file>

<file path=customXml/itemProps3.xml><?xml version="1.0" encoding="utf-8"?>
<ds:datastoreItem xmlns:ds="http://schemas.openxmlformats.org/officeDocument/2006/customXml" ds:itemID="{38E339AF-67FC-4BA3-8B2E-038B3ED310D5}">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236</TotalTime>
  <Words>2282</Words>
  <Application>Microsoft Macintosh PowerPoint</Application>
  <PresentationFormat>Widescreen</PresentationFormat>
  <Paragraphs>162</Paragraphs>
  <Slides>20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Light</vt:lpstr>
      <vt:lpstr>Arial</vt:lpstr>
      <vt:lpstr>Times</vt:lpstr>
      <vt:lpstr>Univers</vt:lpstr>
      <vt:lpstr>Galaxy</vt:lpstr>
      <vt:lpstr>OSCAL Compliance Tool – Executive Demo</vt:lpstr>
      <vt:lpstr>Introduction</vt:lpstr>
      <vt:lpstr>Purpose of the Session</vt:lpstr>
      <vt:lpstr>Background on OSCAL</vt:lpstr>
      <vt:lpstr>What is OSCAL and Why It Matters</vt:lpstr>
      <vt:lpstr>Existing Tools in Adobe</vt:lpstr>
      <vt:lpstr>Current Compliance Management Approach</vt:lpstr>
      <vt:lpstr>Challenges Faced</vt:lpstr>
      <vt:lpstr>Key Pain Points in Current Process</vt:lpstr>
      <vt:lpstr>Key Pain Points in Current Process (AEMGOvau Usecase) </vt:lpstr>
      <vt:lpstr>Future Scope and Benefits</vt:lpstr>
      <vt:lpstr>Opportunities with OSCAL Adoption</vt:lpstr>
      <vt:lpstr>Why Investment Matters</vt:lpstr>
      <vt:lpstr>Strategic Importance for Adobe</vt:lpstr>
      <vt:lpstr>Demo and Next Steps</vt:lpstr>
      <vt:lpstr>Prototype Overview and Action Plan</vt:lpstr>
      <vt:lpstr>Tool ARCHITECTURE</vt:lpstr>
      <vt:lpstr>SYSTEM DESIGN OVERVIEW</vt:lpstr>
      <vt:lpstr>Q&amp;A ? </vt:lpstr>
      <vt:lpstr>Thankyou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Mukesh Kesharwani</cp:lastModifiedBy>
  <cp:revision>45</cp:revision>
  <dcterms:created xsi:type="dcterms:W3CDTF">2025-05-21T23:03:00Z</dcterms:created>
  <dcterms:modified xsi:type="dcterms:W3CDTF">2025-12-03T23:47:41Z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