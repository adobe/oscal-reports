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27"/>
  </p:notesMasterIdLst>
  <p:handoutMasterIdLst>
    <p:handoutMasterId r:id="rId28"/>
  </p:handoutMasterIdLst>
  <p:sldIdLst>
    <p:sldId id="2561" r:id="rId5"/>
    <p:sldId id="2562" r:id="rId6"/>
    <p:sldId id="2563" r:id="rId7"/>
    <p:sldId id="2564" r:id="rId8"/>
    <p:sldId id="2565" r:id="rId9"/>
    <p:sldId id="2581" r:id="rId10"/>
    <p:sldId id="2582" r:id="rId11"/>
    <p:sldId id="2566" r:id="rId12"/>
    <p:sldId id="2567" r:id="rId13"/>
    <p:sldId id="2568" r:id="rId14"/>
    <p:sldId id="2569" r:id="rId15"/>
    <p:sldId id="2578" r:id="rId16"/>
    <p:sldId id="2570" r:id="rId17"/>
    <p:sldId id="2571" r:id="rId18"/>
    <p:sldId id="2572" r:id="rId19"/>
    <p:sldId id="2573" r:id="rId20"/>
    <p:sldId id="2574" r:id="rId21"/>
    <p:sldId id="2575" r:id="rId22"/>
    <p:sldId id="2576" r:id="rId23"/>
    <p:sldId id="2577" r:id="rId24"/>
    <p:sldId id="2580" r:id="rId25"/>
    <p:sldId id="25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SCAL Compliance Tool – Executive Demo" id="{01C58471-DA7C-4539-A747-DF9D298E1462}">
          <p14:sldIdLst>
            <p14:sldId id="2561"/>
          </p14:sldIdLst>
        </p14:section>
        <p14:section name="Introduction" id="{9A4D18FB-4CFB-4483-B8F5-716FEFCAECEB}">
          <p14:sldIdLst>
            <p14:sldId id="2562"/>
            <p14:sldId id="2563"/>
          </p14:sldIdLst>
        </p14:section>
        <p14:section name="Background on OSCAL" id="{C13C4A2C-B135-48C3-8A49-62510B98553E}">
          <p14:sldIdLst>
            <p14:sldId id="2564"/>
            <p14:sldId id="2565"/>
            <p14:sldId id="2581"/>
            <p14:sldId id="2582"/>
          </p14:sldIdLst>
        </p14:section>
        <p14:section name="Existing Tools in Adobe" id="{730B9074-F3C4-46C9-A02E-7F52EC18E780}">
          <p14:sldIdLst>
            <p14:sldId id="2566"/>
            <p14:sldId id="2567"/>
          </p14:sldIdLst>
        </p14:section>
        <p14:section name="Challenges Faced" id="{090340D5-3344-46EF-8D3B-3DC00939E5E1}">
          <p14:sldIdLst>
            <p14:sldId id="2568"/>
            <p14:sldId id="2569"/>
            <p14:sldId id="2578"/>
          </p14:sldIdLst>
        </p14:section>
        <p14:section name="Future Scope and Benefits" id="{DC1B3533-6CB5-46FB-B05D-0827852A493D}">
          <p14:sldIdLst>
            <p14:sldId id="2570"/>
            <p14:sldId id="2571"/>
          </p14:sldIdLst>
        </p14:section>
        <p14:section name="Why Investment Matters" id="{5882B690-2223-4D1E-B967-C964628C27A8}">
          <p14:sldIdLst>
            <p14:sldId id="2572"/>
            <p14:sldId id="2573"/>
          </p14:sldIdLst>
        </p14:section>
        <p14:section name="Demo and Next Steps" id="{B9BEAA46-666A-457F-BD1D-245E15F5E97D}">
          <p14:sldIdLst>
            <p14:sldId id="2574"/>
            <p14:sldId id="2575"/>
            <p14:sldId id="2576"/>
            <p14:sldId id="2577"/>
            <p14:sldId id="2580"/>
            <p14:sldId id="25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15BAAF-7B07-5946-A68F-C3D8B0843C06}" v="2" dt="2025-12-16T01:20:54.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Kesharwani" userId="S::mkesharw@adobe.com::dd4ce3d9-e302-45d5-927d-ab066c339129" providerId="AD" clId="Web-{D2D4ACC2-162D-9CF6-58FF-A6039CA57F2D}"/>
    <pc:docChg chg="addSld modSld sldOrd modSection">
      <pc:chgData name="Mukesh Kesharwani" userId="S::mkesharw@adobe.com::dd4ce3d9-e302-45d5-927d-ab066c339129" providerId="AD" clId="Web-{D2D4ACC2-162D-9CF6-58FF-A6039CA57F2D}" dt="2025-12-02T23:14:51.207" v="47"/>
      <pc:docMkLst>
        <pc:docMk/>
      </pc:docMkLst>
      <pc:sldChg chg="modSp">
        <pc:chgData name="Mukesh Kesharwani" userId="S::mkesharw@adobe.com::dd4ce3d9-e302-45d5-927d-ab066c339129" providerId="AD" clId="Web-{D2D4ACC2-162D-9CF6-58FF-A6039CA57F2D}" dt="2025-12-02T23:08:49.400" v="12" actId="20577"/>
        <pc:sldMkLst>
          <pc:docMk/>
          <pc:sldMk cId="728984326" sldId="2563"/>
        </pc:sldMkLst>
        <pc:spChg chg="mod">
          <ac:chgData name="Mukesh Kesharwani" userId="S::mkesharw@adobe.com::dd4ce3d9-e302-45d5-927d-ab066c339129" providerId="AD" clId="Web-{D2D4ACC2-162D-9CF6-58FF-A6039CA57F2D}" dt="2025-12-02T23:08:49.400" v="12" actId="20577"/>
          <ac:spMkLst>
            <pc:docMk/>
            <pc:sldMk cId="728984326" sldId="2563"/>
            <ac:spMk id="4" creationId="{7A138BE7-90C6-0303-4EC0-86D7AC552D32}"/>
          </ac:spMkLst>
        </pc:spChg>
      </pc:sldChg>
      <pc:sldChg chg="modSp">
        <pc:chgData name="Mukesh Kesharwani" userId="S::mkesharw@adobe.com::dd4ce3d9-e302-45d5-927d-ab066c339129" providerId="AD" clId="Web-{D2D4ACC2-162D-9CF6-58FF-A6039CA57F2D}" dt="2025-12-02T23:10:12.792" v="28" actId="20577"/>
        <pc:sldMkLst>
          <pc:docMk/>
          <pc:sldMk cId="2742718792" sldId="2565"/>
        </pc:sldMkLst>
        <pc:spChg chg="mod">
          <ac:chgData name="Mukesh Kesharwani" userId="S::mkesharw@adobe.com::dd4ce3d9-e302-45d5-927d-ab066c339129" providerId="AD" clId="Web-{D2D4ACC2-162D-9CF6-58FF-A6039CA57F2D}" dt="2025-12-02T23:09:00.603" v="13" actId="14100"/>
          <ac:spMkLst>
            <pc:docMk/>
            <pc:sldMk cId="2742718792" sldId="2565"/>
            <ac:spMk id="2" creationId="{0B7C96E4-6D78-90E0-BA39-72C8C6401DF9}"/>
          </ac:spMkLst>
        </pc:spChg>
        <pc:spChg chg="mod">
          <ac:chgData name="Mukesh Kesharwani" userId="S::mkesharw@adobe.com::dd4ce3d9-e302-45d5-927d-ab066c339129" providerId="AD" clId="Web-{D2D4ACC2-162D-9CF6-58FF-A6039CA57F2D}" dt="2025-12-02T23:10:12.792" v="28" actId="20577"/>
          <ac:spMkLst>
            <pc:docMk/>
            <pc:sldMk cId="2742718792" sldId="2565"/>
            <ac:spMk id="4" creationId="{197970EA-EBDC-976C-C7C1-986F1E12053D}"/>
          </ac:spMkLst>
        </pc:spChg>
      </pc:sldChg>
      <pc:sldChg chg="ord">
        <pc:chgData name="Mukesh Kesharwani" userId="S::mkesharw@adobe.com::dd4ce3d9-e302-45d5-927d-ab066c339129" providerId="AD" clId="Web-{D2D4ACC2-162D-9CF6-58FF-A6039CA57F2D}" dt="2025-12-02T23:13:55.847" v="37"/>
        <pc:sldMkLst>
          <pc:docMk/>
          <pc:sldMk cId="3337152857" sldId="2577"/>
        </pc:sldMkLst>
      </pc:sldChg>
      <pc:sldChg chg="modSp">
        <pc:chgData name="Mukesh Kesharwani" userId="S::mkesharw@adobe.com::dd4ce3d9-e302-45d5-927d-ab066c339129" providerId="AD" clId="Web-{D2D4ACC2-162D-9CF6-58FF-A6039CA57F2D}" dt="2025-12-02T23:12:45.440" v="35" actId="20577"/>
        <pc:sldMkLst>
          <pc:docMk/>
          <pc:sldMk cId="2644275766" sldId="2578"/>
        </pc:sldMkLst>
        <pc:spChg chg="mod">
          <ac:chgData name="Mukesh Kesharwani" userId="S::mkesharw@adobe.com::dd4ce3d9-e302-45d5-927d-ab066c339129" providerId="AD" clId="Web-{D2D4ACC2-162D-9CF6-58FF-A6039CA57F2D}" dt="2025-12-02T23:12:45.440" v="35" actId="20577"/>
          <ac:spMkLst>
            <pc:docMk/>
            <pc:sldMk cId="2644275766" sldId="2578"/>
            <ac:spMk id="4" creationId="{8066E1C7-3B8E-723E-2516-F9CE89A4D703}"/>
          </ac:spMkLst>
        </pc:spChg>
      </pc:sldChg>
      <pc:sldChg chg="modSp add replId">
        <pc:chgData name="Mukesh Kesharwani" userId="S::mkesharw@adobe.com::dd4ce3d9-e302-45d5-927d-ab066c339129" providerId="AD" clId="Web-{D2D4ACC2-162D-9CF6-58FF-A6039CA57F2D}" dt="2025-12-02T23:14:10.753" v="42" actId="20577"/>
        <pc:sldMkLst>
          <pc:docMk/>
          <pc:sldMk cId="873167342" sldId="2579"/>
        </pc:sldMkLst>
        <pc:spChg chg="mod">
          <ac:chgData name="Mukesh Kesharwani" userId="S::mkesharw@adobe.com::dd4ce3d9-e302-45d5-927d-ab066c339129" providerId="AD" clId="Web-{D2D4ACC2-162D-9CF6-58FF-A6039CA57F2D}" dt="2025-12-02T23:14:10.753" v="42" actId="20577"/>
          <ac:spMkLst>
            <pc:docMk/>
            <pc:sldMk cId="873167342" sldId="2579"/>
            <ac:spMk id="2" creationId="{380DE5E1-6333-3351-3696-896CE3B41693}"/>
          </ac:spMkLst>
        </pc:spChg>
      </pc:sldChg>
      <pc:sldChg chg="modSp add ord replId">
        <pc:chgData name="Mukesh Kesharwani" userId="S::mkesharw@adobe.com::dd4ce3d9-e302-45d5-927d-ab066c339129" providerId="AD" clId="Web-{D2D4ACC2-162D-9CF6-58FF-A6039CA57F2D}" dt="2025-12-02T23:14:51.207" v="47"/>
        <pc:sldMkLst>
          <pc:docMk/>
          <pc:sldMk cId="2106497024" sldId="2580"/>
        </pc:sldMkLst>
        <pc:spChg chg="mod">
          <ac:chgData name="Mukesh Kesharwani" userId="S::mkesharw@adobe.com::dd4ce3d9-e302-45d5-927d-ab066c339129" providerId="AD" clId="Web-{D2D4ACC2-162D-9CF6-58FF-A6039CA57F2D}" dt="2025-12-02T23:14:47.222" v="46" actId="20577"/>
          <ac:spMkLst>
            <pc:docMk/>
            <pc:sldMk cId="2106497024" sldId="2580"/>
            <ac:spMk id="2" creationId="{7D5AEE16-D6F8-5BF8-320D-6C45C3AEA4FC}"/>
          </ac:spMkLst>
        </pc:spChg>
      </pc:sldChg>
    </pc:docChg>
  </pc:docChgLst>
  <pc:docChgLst>
    <pc:chgData name="Mukesh Kesharwani" userId="S::mkesharw@adobe.com::dd4ce3d9-e302-45d5-927d-ab066c339129" providerId="AD" clId="Web-{928B1824-6DD8-2986-7595-C67F9F792115}"/>
    <pc:docChg chg="addSld modSld modSection">
      <pc:chgData name="Mukesh Kesharwani" userId="S::mkesharw@adobe.com::dd4ce3d9-e302-45d5-927d-ab066c339129" providerId="AD" clId="Web-{928B1824-6DD8-2986-7595-C67F9F792115}" dt="2025-12-02T01:11:57.490" v="67" actId="20577"/>
      <pc:docMkLst>
        <pc:docMk/>
      </pc:docMkLst>
      <pc:sldChg chg="modSp add replId">
        <pc:chgData name="Mukesh Kesharwani" userId="S::mkesharw@adobe.com::dd4ce3d9-e302-45d5-927d-ab066c339129" providerId="AD" clId="Web-{928B1824-6DD8-2986-7595-C67F9F792115}" dt="2025-12-02T01:11:57.490" v="67" actId="20577"/>
        <pc:sldMkLst>
          <pc:docMk/>
          <pc:sldMk cId="2644275766" sldId="2578"/>
        </pc:sldMkLst>
        <pc:spChg chg="mod">
          <ac:chgData name="Mukesh Kesharwani" userId="S::mkesharw@adobe.com::dd4ce3d9-e302-45d5-927d-ab066c339129" providerId="AD" clId="Web-{928B1824-6DD8-2986-7595-C67F9F792115}" dt="2025-12-02T01:11:57.490" v="67" actId="20577"/>
          <ac:spMkLst>
            <pc:docMk/>
            <pc:sldMk cId="2644275766" sldId="2578"/>
            <ac:spMk id="2" creationId="{D85CC109-0F12-1318-02B1-E151F4AEE424}"/>
          </ac:spMkLst>
        </pc:spChg>
        <pc:spChg chg="mod">
          <ac:chgData name="Mukesh Kesharwani" userId="S::mkesharw@adobe.com::dd4ce3d9-e302-45d5-927d-ab066c339129" providerId="AD" clId="Web-{928B1824-6DD8-2986-7595-C67F9F792115}" dt="2025-12-02T01:10:12.970" v="40" actId="20577"/>
          <ac:spMkLst>
            <pc:docMk/>
            <pc:sldMk cId="2644275766" sldId="2578"/>
            <ac:spMk id="4" creationId="{8066E1C7-3B8E-723E-2516-F9CE89A4D703}"/>
          </ac:spMkLst>
        </pc:spChg>
      </pc:sldChg>
    </pc:docChg>
  </pc:docChgLst>
  <pc:docChgLst>
    <pc:chgData name="Mukesh Kesharwani" userId="dd4ce3d9-e302-45d5-927d-ab066c339129" providerId="ADAL" clId="{58385415-C1A0-5A6B-9AEF-04F5EF694294}"/>
    <pc:docChg chg="undo custSel addSld modSld sldOrd modSection">
      <pc:chgData name="Mukesh Kesharwani" userId="dd4ce3d9-e302-45d5-927d-ab066c339129" providerId="ADAL" clId="{58385415-C1A0-5A6B-9AEF-04F5EF694294}" dt="2025-12-16T01:20:54.287" v="2421" actId="20577"/>
      <pc:docMkLst>
        <pc:docMk/>
      </pc:docMkLst>
      <pc:sldChg chg="modSp mod modNotesTx">
        <pc:chgData name="Mukesh Kesharwani" userId="dd4ce3d9-e302-45d5-927d-ab066c339129" providerId="ADAL" clId="{58385415-C1A0-5A6B-9AEF-04F5EF694294}" dt="2025-12-10T19:48:13.233" v="2412" actId="20577"/>
        <pc:sldMkLst>
          <pc:docMk/>
          <pc:sldMk cId="4169979767" sldId="2561"/>
        </pc:sldMkLst>
        <pc:spChg chg="mod">
          <ac:chgData name="Mukesh Kesharwani" userId="dd4ce3d9-e302-45d5-927d-ab066c339129" providerId="ADAL" clId="{58385415-C1A0-5A6B-9AEF-04F5EF694294}" dt="2025-12-10T19:48:13.233" v="2412" actId="20577"/>
          <ac:spMkLst>
            <pc:docMk/>
            <pc:sldMk cId="4169979767" sldId="2561"/>
            <ac:spMk id="3" creationId="{0457094F-EBFA-385A-C0CF-F5D90FCCBAE0}"/>
          </ac:spMkLst>
        </pc:spChg>
      </pc:sldChg>
      <pc:sldChg chg="modSp mod">
        <pc:chgData name="Mukesh Kesharwani" userId="dd4ce3d9-e302-45d5-927d-ab066c339129" providerId="ADAL" clId="{58385415-C1A0-5A6B-9AEF-04F5EF694294}" dt="2025-11-30T23:28:44.388" v="554" actId="14100"/>
        <pc:sldMkLst>
          <pc:docMk/>
          <pc:sldMk cId="1352343287" sldId="2562"/>
        </pc:sldMkLst>
        <pc:spChg chg="mod">
          <ac:chgData name="Mukesh Kesharwani" userId="dd4ce3d9-e302-45d5-927d-ab066c339129" providerId="ADAL" clId="{58385415-C1A0-5A6B-9AEF-04F5EF694294}" dt="2025-11-30T23:28:44.388" v="554" actId="14100"/>
          <ac:spMkLst>
            <pc:docMk/>
            <pc:sldMk cId="1352343287" sldId="2562"/>
            <ac:spMk id="2" creationId="{AEC76E86-37EA-ECC3-4AD8-E133388A266B}"/>
          </ac:spMkLst>
        </pc:spChg>
      </pc:sldChg>
      <pc:sldChg chg="modSp mod modNotesTx">
        <pc:chgData name="Mukesh Kesharwani" userId="dd4ce3d9-e302-45d5-927d-ab066c339129" providerId="ADAL" clId="{58385415-C1A0-5A6B-9AEF-04F5EF694294}" dt="2025-12-03T23:47:39.727" v="1545" actId="20577"/>
        <pc:sldMkLst>
          <pc:docMk/>
          <pc:sldMk cId="728984326" sldId="2563"/>
        </pc:sldMkLst>
        <pc:spChg chg="mod">
          <ac:chgData name="Mukesh Kesharwani" userId="dd4ce3d9-e302-45d5-927d-ab066c339129" providerId="ADAL" clId="{58385415-C1A0-5A6B-9AEF-04F5EF694294}" dt="2025-11-30T23:28:50.823" v="555" actId="1076"/>
          <ac:spMkLst>
            <pc:docMk/>
            <pc:sldMk cId="728984326" sldId="2563"/>
            <ac:spMk id="2" creationId="{81136E39-AA3A-344A-3B1B-3F20C5A7EE49}"/>
          </ac:spMkLst>
        </pc:spChg>
        <pc:spChg chg="mod">
          <ac:chgData name="Mukesh Kesharwani" userId="dd4ce3d9-e302-45d5-927d-ab066c339129" providerId="ADAL" clId="{58385415-C1A0-5A6B-9AEF-04F5EF694294}" dt="2025-12-03T23:47:39.727" v="1545" actId="20577"/>
          <ac:spMkLst>
            <pc:docMk/>
            <pc:sldMk cId="728984326" sldId="2563"/>
            <ac:spMk id="4" creationId="{7A138BE7-90C6-0303-4EC0-86D7AC552D32}"/>
          </ac:spMkLst>
        </pc:spChg>
      </pc:sldChg>
      <pc:sldChg chg="addSp delSp modSp mod modNotesTx">
        <pc:chgData name="Mukesh Kesharwani" userId="dd4ce3d9-e302-45d5-927d-ab066c339129" providerId="ADAL" clId="{58385415-C1A0-5A6B-9AEF-04F5EF694294}" dt="2025-12-16T01:20:41.267" v="2420" actId="20577"/>
        <pc:sldMkLst>
          <pc:docMk/>
          <pc:sldMk cId="747674798" sldId="2564"/>
        </pc:sldMkLst>
        <pc:spChg chg="mod">
          <ac:chgData name="Mukesh Kesharwani" userId="dd4ce3d9-e302-45d5-927d-ab066c339129" providerId="ADAL" clId="{58385415-C1A0-5A6B-9AEF-04F5EF694294}" dt="2025-12-10T19:21:11.421" v="2397" actId="20577"/>
          <ac:spMkLst>
            <pc:docMk/>
            <pc:sldMk cId="747674798" sldId="2564"/>
            <ac:spMk id="2" creationId="{0B25FC94-B622-F45A-7D57-48F7D08AEDB1}"/>
          </ac:spMkLst>
        </pc:spChg>
      </pc:sldChg>
      <pc:sldChg chg="addSp modSp mod modAnim modNotesTx">
        <pc:chgData name="Mukesh Kesharwani" userId="dd4ce3d9-e302-45d5-927d-ab066c339129" providerId="ADAL" clId="{58385415-C1A0-5A6B-9AEF-04F5EF694294}" dt="2025-12-16T01:20:54.287" v="2421" actId="20577"/>
        <pc:sldMkLst>
          <pc:docMk/>
          <pc:sldMk cId="2742718792" sldId="2565"/>
        </pc:sldMkLst>
        <pc:spChg chg="mod">
          <ac:chgData name="Mukesh Kesharwani" userId="dd4ce3d9-e302-45d5-927d-ab066c339129" providerId="ADAL" clId="{58385415-C1A0-5A6B-9AEF-04F5EF694294}" dt="2025-12-10T18:49:00.296" v="1622" actId="20577"/>
          <ac:spMkLst>
            <pc:docMk/>
            <pc:sldMk cId="2742718792" sldId="2565"/>
            <ac:spMk id="2" creationId="{0B7C96E4-6D78-90E0-BA39-72C8C6401DF9}"/>
          </ac:spMkLst>
        </pc:spChg>
        <pc:spChg chg="mod">
          <ac:chgData name="Mukesh Kesharwani" userId="dd4ce3d9-e302-45d5-927d-ab066c339129" providerId="ADAL" clId="{58385415-C1A0-5A6B-9AEF-04F5EF694294}" dt="2025-12-10T20:20:23.701" v="2414" actId="14100"/>
          <ac:spMkLst>
            <pc:docMk/>
            <pc:sldMk cId="2742718792" sldId="2565"/>
            <ac:spMk id="4" creationId="{197970EA-EBDC-976C-C7C1-986F1E12053D}"/>
          </ac:spMkLst>
        </pc:spChg>
        <pc:picChg chg="mod">
          <ac:chgData name="Mukesh Kesharwani" userId="dd4ce3d9-e302-45d5-927d-ab066c339129" providerId="ADAL" clId="{58385415-C1A0-5A6B-9AEF-04F5EF694294}" dt="2025-11-30T23:24:09.320" v="515" actId="14100"/>
          <ac:picMkLst>
            <pc:docMk/>
            <pc:sldMk cId="2742718792" sldId="2565"/>
            <ac:picMk id="5" creationId="{F3F6CAF3-0383-4E86-9205-F349FEFC003B}"/>
          </ac:picMkLst>
        </pc:picChg>
        <pc:picChg chg="add mod">
          <ac:chgData name="Mukesh Kesharwani" userId="dd4ce3d9-e302-45d5-927d-ab066c339129" providerId="ADAL" clId="{58385415-C1A0-5A6B-9AEF-04F5EF694294}" dt="2025-12-10T20:20:33.881" v="2417" actId="1076"/>
          <ac:picMkLst>
            <pc:docMk/>
            <pc:sldMk cId="2742718792" sldId="2565"/>
            <ac:picMk id="6" creationId="{ED5E3EEA-9973-3A81-BD76-4323A09F55C8}"/>
          </ac:picMkLst>
        </pc:picChg>
      </pc:sldChg>
      <pc:sldChg chg="modSp mod">
        <pc:chgData name="Mukesh Kesharwani" userId="dd4ce3d9-e302-45d5-927d-ab066c339129" providerId="ADAL" clId="{58385415-C1A0-5A6B-9AEF-04F5EF694294}" dt="2025-12-01T00:04:09.973" v="1244" actId="14100"/>
        <pc:sldMkLst>
          <pc:docMk/>
          <pc:sldMk cId="476014375" sldId="2566"/>
        </pc:sldMkLst>
        <pc:spChg chg="mod">
          <ac:chgData name="Mukesh Kesharwani" userId="dd4ce3d9-e302-45d5-927d-ab066c339129" providerId="ADAL" clId="{58385415-C1A0-5A6B-9AEF-04F5EF694294}" dt="2025-12-01T00:04:09.973" v="1244" actId="14100"/>
          <ac:spMkLst>
            <pc:docMk/>
            <pc:sldMk cId="476014375" sldId="2566"/>
            <ac:spMk id="2" creationId="{347AD309-6F4E-FEF4-32DE-2C8FB15E35EF}"/>
          </ac:spMkLst>
        </pc:spChg>
      </pc:sldChg>
      <pc:sldChg chg="addSp modSp mod modNotesTx">
        <pc:chgData name="Mukesh Kesharwani" userId="dd4ce3d9-e302-45d5-927d-ab066c339129" providerId="ADAL" clId="{58385415-C1A0-5A6B-9AEF-04F5EF694294}" dt="2025-12-02T04:07:04.397" v="1485" actId="20577"/>
        <pc:sldMkLst>
          <pc:docMk/>
          <pc:sldMk cId="1084978174" sldId="2567"/>
        </pc:sldMkLst>
        <pc:graphicFrameChg chg="mod">
          <ac:chgData name="Mukesh Kesharwani" userId="dd4ce3d9-e302-45d5-927d-ab066c339129" providerId="ADAL" clId="{58385415-C1A0-5A6B-9AEF-04F5EF694294}" dt="2025-11-30T23:07:50.192" v="195" actId="20577"/>
          <ac:graphicFrameMkLst>
            <pc:docMk/>
            <pc:sldMk cId="1084978174" sldId="2567"/>
            <ac:graphicFrameMk id="4" creationId="{C949BDD0-2D54-4182-A65F-F4805EB5294D}"/>
          </ac:graphicFrameMkLst>
        </pc:graphicFrameChg>
        <pc:picChg chg="add mod">
          <ac:chgData name="Mukesh Kesharwani" userId="dd4ce3d9-e302-45d5-927d-ab066c339129" providerId="ADAL" clId="{58385415-C1A0-5A6B-9AEF-04F5EF694294}" dt="2025-11-30T23:27:13.490" v="546" actId="14100"/>
          <ac:picMkLst>
            <pc:docMk/>
            <pc:sldMk cId="1084978174" sldId="2567"/>
            <ac:picMk id="3" creationId="{C8E17E6C-531D-34CD-64DB-857B1CD7DE57}"/>
          </ac:picMkLst>
        </pc:picChg>
      </pc:sldChg>
      <pc:sldChg chg="modSp mod">
        <pc:chgData name="Mukesh Kesharwani" userId="dd4ce3d9-e302-45d5-927d-ab066c339129" providerId="ADAL" clId="{58385415-C1A0-5A6B-9AEF-04F5EF694294}" dt="2025-12-01T00:03:53.157" v="1243" actId="14100"/>
        <pc:sldMkLst>
          <pc:docMk/>
          <pc:sldMk cId="4274179907" sldId="2568"/>
        </pc:sldMkLst>
        <pc:spChg chg="mod">
          <ac:chgData name="Mukesh Kesharwani" userId="dd4ce3d9-e302-45d5-927d-ab066c339129" providerId="ADAL" clId="{58385415-C1A0-5A6B-9AEF-04F5EF694294}" dt="2025-12-01T00:03:53.157" v="1243" actId="14100"/>
          <ac:spMkLst>
            <pc:docMk/>
            <pc:sldMk cId="4274179907" sldId="2568"/>
            <ac:spMk id="2" creationId="{B646F812-1C4D-EF58-F76D-611E324DF8AE}"/>
          </ac:spMkLst>
        </pc:spChg>
      </pc:sldChg>
      <pc:sldChg chg="modSp mod modNotesTx">
        <pc:chgData name="Mukesh Kesharwani" userId="dd4ce3d9-e302-45d5-927d-ab066c339129" providerId="ADAL" clId="{58385415-C1A0-5A6B-9AEF-04F5EF694294}" dt="2025-12-02T04:06:57.805" v="1484" actId="20577"/>
        <pc:sldMkLst>
          <pc:docMk/>
          <pc:sldMk cId="1833236901" sldId="2569"/>
        </pc:sldMkLst>
        <pc:spChg chg="mod">
          <ac:chgData name="Mukesh Kesharwani" userId="dd4ce3d9-e302-45d5-927d-ab066c339129" providerId="ADAL" clId="{58385415-C1A0-5A6B-9AEF-04F5EF694294}" dt="2025-12-02T01:39:33.962" v="1293" actId="14100"/>
          <ac:spMkLst>
            <pc:docMk/>
            <pc:sldMk cId="1833236901" sldId="2569"/>
            <ac:spMk id="4" creationId="{C7675901-15DD-5F59-DB51-2753AD77E345}"/>
          </ac:spMkLst>
        </pc:spChg>
        <pc:picChg chg="mod">
          <ac:chgData name="Mukesh Kesharwani" userId="dd4ce3d9-e302-45d5-927d-ab066c339129" providerId="ADAL" clId="{58385415-C1A0-5A6B-9AEF-04F5EF694294}" dt="2025-12-02T04:03:57.344" v="1442" actId="14100"/>
          <ac:picMkLst>
            <pc:docMk/>
            <pc:sldMk cId="1833236901" sldId="2569"/>
            <ac:picMk id="5" creationId="{E6C90398-4E13-4C49-AF28-FB57E3201CA8}"/>
          </ac:picMkLst>
        </pc:picChg>
      </pc:sldChg>
      <pc:sldChg chg="modSp mod modNotesTx">
        <pc:chgData name="Mukesh Kesharwani" userId="dd4ce3d9-e302-45d5-927d-ab066c339129" providerId="ADAL" clId="{58385415-C1A0-5A6B-9AEF-04F5EF694294}" dt="2025-12-02T04:05:26.513" v="1460" actId="20577"/>
        <pc:sldMkLst>
          <pc:docMk/>
          <pc:sldMk cId="801341816" sldId="2570"/>
        </pc:sldMkLst>
        <pc:spChg chg="mod">
          <ac:chgData name="Mukesh Kesharwani" userId="dd4ce3d9-e302-45d5-927d-ab066c339129" providerId="ADAL" clId="{58385415-C1A0-5A6B-9AEF-04F5EF694294}" dt="2025-11-30T23:30:23.812" v="564" actId="14100"/>
          <ac:spMkLst>
            <pc:docMk/>
            <pc:sldMk cId="801341816" sldId="2570"/>
            <ac:spMk id="2" creationId="{C6F6DED7-4462-4CAE-C870-915B89A0701A}"/>
          </ac:spMkLst>
        </pc:spChg>
      </pc:sldChg>
      <pc:sldChg chg="modSp mod modAnim modNotesTx">
        <pc:chgData name="Mukesh Kesharwani" userId="dd4ce3d9-e302-45d5-927d-ab066c339129" providerId="ADAL" clId="{58385415-C1A0-5A6B-9AEF-04F5EF694294}" dt="2025-12-02T04:06:42.729" v="1483" actId="20577"/>
        <pc:sldMkLst>
          <pc:docMk/>
          <pc:sldMk cId="1705617485" sldId="2571"/>
        </pc:sldMkLst>
        <pc:spChg chg="mod">
          <ac:chgData name="Mukesh Kesharwani" userId="dd4ce3d9-e302-45d5-927d-ab066c339129" providerId="ADAL" clId="{58385415-C1A0-5A6B-9AEF-04F5EF694294}" dt="2025-11-30T23:32:12.312" v="575" actId="113"/>
          <ac:spMkLst>
            <pc:docMk/>
            <pc:sldMk cId="1705617485" sldId="2571"/>
            <ac:spMk id="4" creationId="{FF5F5206-0C29-02EF-C405-FF8B92D91801}"/>
          </ac:spMkLst>
        </pc:spChg>
      </pc:sldChg>
      <pc:sldChg chg="modSp mod modNotesTx">
        <pc:chgData name="Mukesh Kesharwani" userId="dd4ce3d9-e302-45d5-927d-ab066c339129" providerId="ADAL" clId="{58385415-C1A0-5A6B-9AEF-04F5EF694294}" dt="2025-12-02T04:06:23.842" v="1477" actId="20577"/>
        <pc:sldMkLst>
          <pc:docMk/>
          <pc:sldMk cId="1503440935" sldId="2572"/>
        </pc:sldMkLst>
        <pc:spChg chg="mod">
          <ac:chgData name="Mukesh Kesharwani" userId="dd4ce3d9-e302-45d5-927d-ab066c339129" providerId="ADAL" clId="{58385415-C1A0-5A6B-9AEF-04F5EF694294}" dt="2025-11-30T23:32:54.335" v="578" actId="14100"/>
          <ac:spMkLst>
            <pc:docMk/>
            <pc:sldMk cId="1503440935" sldId="2572"/>
            <ac:spMk id="2" creationId="{1C43BC81-FAB3-4406-6CCE-46366DF437FA}"/>
          </ac:spMkLst>
        </pc:spChg>
      </pc:sldChg>
      <pc:sldChg chg="addSp delSp modSp mod modAnim modNotesTx">
        <pc:chgData name="Mukesh Kesharwani" userId="dd4ce3d9-e302-45d5-927d-ab066c339129" providerId="ADAL" clId="{58385415-C1A0-5A6B-9AEF-04F5EF694294}" dt="2025-12-02T04:05:50.843" v="1466" actId="20577"/>
        <pc:sldMkLst>
          <pc:docMk/>
          <pc:sldMk cId="1420985552" sldId="2573"/>
        </pc:sldMkLst>
        <pc:spChg chg="mod">
          <ac:chgData name="Mukesh Kesharwani" userId="dd4ce3d9-e302-45d5-927d-ab066c339129" providerId="ADAL" clId="{58385415-C1A0-5A6B-9AEF-04F5EF694294}" dt="2025-11-30T23:11:39.437" v="252" actId="1076"/>
          <ac:spMkLst>
            <pc:docMk/>
            <pc:sldMk cId="1420985552" sldId="2573"/>
            <ac:spMk id="2" creationId="{FC5F2222-C4F6-3C84-92E3-65ADA02A79A5}"/>
          </ac:spMkLst>
        </pc:spChg>
        <pc:spChg chg="mod">
          <ac:chgData name="Mukesh Kesharwani" userId="dd4ce3d9-e302-45d5-927d-ab066c339129" providerId="ADAL" clId="{58385415-C1A0-5A6B-9AEF-04F5EF694294}" dt="2025-12-02T02:35:29.239" v="1353" actId="27636"/>
          <ac:spMkLst>
            <pc:docMk/>
            <pc:sldMk cId="1420985552" sldId="2573"/>
            <ac:spMk id="4" creationId="{04364905-3D06-E066-F88A-B8ED3F85D180}"/>
          </ac:spMkLst>
        </pc:spChg>
        <pc:picChg chg="add mod">
          <ac:chgData name="Mukesh Kesharwani" userId="dd4ce3d9-e302-45d5-927d-ab066c339129" providerId="ADAL" clId="{58385415-C1A0-5A6B-9AEF-04F5EF694294}" dt="2025-11-30T23:56:42.768" v="1242" actId="1038"/>
          <ac:picMkLst>
            <pc:docMk/>
            <pc:sldMk cId="1420985552" sldId="2573"/>
            <ac:picMk id="9" creationId="{07E08D1E-A18D-5D2D-B3F6-82ABB6080A59}"/>
          </ac:picMkLst>
        </pc:picChg>
      </pc:sldChg>
      <pc:sldChg chg="modSp mod">
        <pc:chgData name="Mukesh Kesharwani" userId="dd4ce3d9-e302-45d5-927d-ab066c339129" providerId="ADAL" clId="{58385415-C1A0-5A6B-9AEF-04F5EF694294}" dt="2025-11-30T23:56:11.458" v="1236" actId="14100"/>
        <pc:sldMkLst>
          <pc:docMk/>
          <pc:sldMk cId="2754576721" sldId="2574"/>
        </pc:sldMkLst>
        <pc:spChg chg="mod">
          <ac:chgData name="Mukesh Kesharwani" userId="dd4ce3d9-e302-45d5-927d-ab066c339129" providerId="ADAL" clId="{58385415-C1A0-5A6B-9AEF-04F5EF694294}" dt="2025-11-30T23:56:11.458" v="1236" actId="14100"/>
          <ac:spMkLst>
            <pc:docMk/>
            <pc:sldMk cId="2754576721" sldId="2574"/>
            <ac:spMk id="2" creationId="{9B3A995C-7916-B79C-C2BD-9271D067263C}"/>
          </ac:spMkLst>
        </pc:spChg>
      </pc:sldChg>
      <pc:sldChg chg="addSp delSp modSp mod ord modNotesTx">
        <pc:chgData name="Mukesh Kesharwani" userId="dd4ce3d9-e302-45d5-927d-ab066c339129" providerId="ADAL" clId="{58385415-C1A0-5A6B-9AEF-04F5EF694294}" dt="2025-12-02T04:05:59.879" v="1467" actId="20577"/>
        <pc:sldMkLst>
          <pc:docMk/>
          <pc:sldMk cId="1233667441" sldId="2575"/>
        </pc:sldMkLst>
        <pc:spChg chg="mod">
          <ac:chgData name="Mukesh Kesharwani" userId="dd4ce3d9-e302-45d5-927d-ab066c339129" providerId="ADAL" clId="{58385415-C1A0-5A6B-9AEF-04F5EF694294}" dt="2025-11-30T23:14:08.356" v="283" actId="1076"/>
          <ac:spMkLst>
            <pc:docMk/>
            <pc:sldMk cId="1233667441" sldId="2575"/>
            <ac:spMk id="2" creationId="{EE337F72-21FC-4FD3-B2F9-9535B41F4F13}"/>
          </ac:spMkLst>
        </pc:spChg>
        <pc:spChg chg="mod">
          <ac:chgData name="Mukesh Kesharwani" userId="dd4ce3d9-e302-45d5-927d-ab066c339129" providerId="ADAL" clId="{58385415-C1A0-5A6B-9AEF-04F5EF694294}" dt="2025-12-02T02:35:44.143" v="1355" actId="20577"/>
          <ac:spMkLst>
            <pc:docMk/>
            <pc:sldMk cId="1233667441" sldId="2575"/>
            <ac:spMk id="4" creationId="{5FF62A10-FECF-775B-6CE7-45995242EAFE}"/>
          </ac:spMkLst>
        </pc:spChg>
        <pc:picChg chg="add mod">
          <ac:chgData name="Mukesh Kesharwani" userId="dd4ce3d9-e302-45d5-927d-ab066c339129" providerId="ADAL" clId="{58385415-C1A0-5A6B-9AEF-04F5EF694294}" dt="2025-11-30T23:38:23.955" v="628" actId="27614"/>
          <ac:picMkLst>
            <pc:docMk/>
            <pc:sldMk cId="1233667441" sldId="2575"/>
            <ac:picMk id="8" creationId="{69C4A519-C99D-B907-49D0-4FBC6F1B46D9}"/>
          </ac:picMkLst>
        </pc:picChg>
      </pc:sldChg>
      <pc:sldChg chg="modSp add ord">
        <pc:chgData name="Mukesh Kesharwani" userId="dd4ce3d9-e302-45d5-927d-ab066c339129" providerId="ADAL" clId="{58385415-C1A0-5A6B-9AEF-04F5EF694294}" dt="2025-11-30T23:43:42.113" v="715" actId="20578"/>
        <pc:sldMkLst>
          <pc:docMk/>
          <pc:sldMk cId="2684110299" sldId="2576"/>
        </pc:sldMkLst>
        <pc:spChg chg="mod">
          <ac:chgData name="Mukesh Kesharwani" userId="dd4ce3d9-e302-45d5-927d-ab066c339129" providerId="ADAL" clId="{58385415-C1A0-5A6B-9AEF-04F5EF694294}" dt="2025-11-30T23:43:09.766" v="711" actId="20577"/>
          <ac:spMkLst>
            <pc:docMk/>
            <pc:sldMk cId="2684110299" sldId="2576"/>
            <ac:spMk id="2" creationId="{3B13C4D5-3612-C49B-7086-862C703A8EF5}"/>
          </ac:spMkLst>
        </pc:spChg>
      </pc:sldChg>
      <pc:sldChg chg="addSp delSp modSp add mod ord modClrScheme modAnim chgLayout modNotesTx">
        <pc:chgData name="Mukesh Kesharwani" userId="dd4ce3d9-e302-45d5-927d-ab066c339129" providerId="ADAL" clId="{58385415-C1A0-5A6B-9AEF-04F5EF694294}" dt="2025-12-02T04:06:08.572" v="1472" actId="20577"/>
        <pc:sldMkLst>
          <pc:docMk/>
          <pc:sldMk cId="3337152857" sldId="2577"/>
        </pc:sldMkLst>
        <pc:spChg chg="mod">
          <ac:chgData name="Mukesh Kesharwani" userId="dd4ce3d9-e302-45d5-927d-ab066c339129" providerId="ADAL" clId="{58385415-C1A0-5A6B-9AEF-04F5EF694294}" dt="2025-11-30T23:55:10.607" v="1228" actId="1076"/>
          <ac:spMkLst>
            <pc:docMk/>
            <pc:sldMk cId="3337152857" sldId="2577"/>
            <ac:spMk id="2" creationId="{2DCA4A80-08C2-F40E-D849-07ADC305A354}"/>
          </ac:spMkLst>
        </pc:spChg>
        <pc:spChg chg="mod">
          <ac:chgData name="Mukesh Kesharwani" userId="dd4ce3d9-e302-45d5-927d-ab066c339129" providerId="ADAL" clId="{58385415-C1A0-5A6B-9AEF-04F5EF694294}" dt="2025-12-02T02:41:09.037" v="1411" actId="20577"/>
          <ac:spMkLst>
            <pc:docMk/>
            <pc:sldMk cId="3337152857" sldId="2577"/>
            <ac:spMk id="4" creationId="{77EDCAC2-C316-83DA-98FA-0BEE1B2FDFEC}"/>
          </ac:spMkLst>
        </pc:spChg>
        <pc:picChg chg="add mod">
          <ac:chgData name="Mukesh Kesharwani" userId="dd4ce3d9-e302-45d5-927d-ab066c339129" providerId="ADAL" clId="{58385415-C1A0-5A6B-9AEF-04F5EF694294}" dt="2025-11-30T23:55:50.314" v="1233" actId="1076"/>
          <ac:picMkLst>
            <pc:docMk/>
            <pc:sldMk cId="3337152857" sldId="2577"/>
            <ac:picMk id="15" creationId="{5074079C-6B5A-672D-BB46-B9AB17AC8933}"/>
          </ac:picMkLst>
        </pc:picChg>
      </pc:sldChg>
      <pc:sldChg chg="addSp delSp modSp mod modNotesTx">
        <pc:chgData name="Mukesh Kesharwani" userId="dd4ce3d9-e302-45d5-927d-ab066c339129" providerId="ADAL" clId="{58385415-C1A0-5A6B-9AEF-04F5EF694294}" dt="2025-12-02T04:05:16.470" v="1455" actId="20577"/>
        <pc:sldMkLst>
          <pc:docMk/>
          <pc:sldMk cId="2644275766" sldId="2578"/>
        </pc:sldMkLst>
        <pc:spChg chg="mod">
          <ac:chgData name="Mukesh Kesharwani" userId="dd4ce3d9-e302-45d5-927d-ab066c339129" providerId="ADAL" clId="{58385415-C1A0-5A6B-9AEF-04F5EF694294}" dt="2025-12-02T01:39:51.316" v="1295" actId="255"/>
          <ac:spMkLst>
            <pc:docMk/>
            <pc:sldMk cId="2644275766" sldId="2578"/>
            <ac:spMk id="2" creationId="{D85CC109-0F12-1318-02B1-E151F4AEE424}"/>
          </ac:spMkLst>
        </pc:spChg>
        <pc:spChg chg="mod">
          <ac:chgData name="Mukesh Kesharwani" userId="dd4ce3d9-e302-45d5-927d-ab066c339129" providerId="ADAL" clId="{58385415-C1A0-5A6B-9AEF-04F5EF694294}" dt="2025-12-02T01:39:08.045" v="1287" actId="14100"/>
          <ac:spMkLst>
            <pc:docMk/>
            <pc:sldMk cId="2644275766" sldId="2578"/>
            <ac:spMk id="4" creationId="{8066E1C7-3B8E-723E-2516-F9CE89A4D703}"/>
          </ac:spMkLst>
        </pc:spChg>
        <pc:spChg chg="add mod">
          <ac:chgData name="Mukesh Kesharwani" userId="dd4ce3d9-e302-45d5-927d-ab066c339129" providerId="ADAL" clId="{58385415-C1A0-5A6B-9AEF-04F5EF694294}" dt="2025-12-02T01:35:58.993" v="1252" actId="14100"/>
          <ac:spMkLst>
            <pc:docMk/>
            <pc:sldMk cId="2644275766" sldId="2578"/>
            <ac:spMk id="6" creationId="{5763B3F1-CE1A-05BD-5C0E-B13B277D222D}"/>
          </ac:spMkLst>
        </pc:spChg>
        <pc:graphicFrameChg chg="add mod modGraphic">
          <ac:chgData name="Mukesh Kesharwani" userId="dd4ce3d9-e302-45d5-927d-ab066c339129" providerId="ADAL" clId="{58385415-C1A0-5A6B-9AEF-04F5EF694294}" dt="2025-12-02T01:39:11.786" v="1288" actId="1076"/>
          <ac:graphicFrameMkLst>
            <pc:docMk/>
            <pc:sldMk cId="2644275766" sldId="2578"/>
            <ac:graphicFrameMk id="7" creationId="{FC8909A8-4AEB-5C41-A317-F9092D94D40C}"/>
          </ac:graphicFrameMkLst>
        </pc:graphicFrameChg>
        <pc:picChg chg="add mod">
          <ac:chgData name="Mukesh Kesharwani" userId="dd4ce3d9-e302-45d5-927d-ab066c339129" providerId="ADAL" clId="{58385415-C1A0-5A6B-9AEF-04F5EF694294}" dt="2025-12-02T04:04:56.377" v="1454" actId="14100"/>
          <ac:picMkLst>
            <pc:docMk/>
            <pc:sldMk cId="2644275766" sldId="2578"/>
            <ac:picMk id="23" creationId="{D940FF0C-AF20-8146-9F8B-41C1D2357753}"/>
          </ac:picMkLst>
        </pc:picChg>
      </pc:sldChg>
      <pc:sldChg chg="add">
        <pc:chgData name="Mukesh Kesharwani" userId="dd4ce3d9-e302-45d5-927d-ab066c339129" providerId="ADAL" clId="{58385415-C1A0-5A6B-9AEF-04F5EF694294}" dt="2025-12-10T18:47:25.819" v="1546" actId="2890"/>
        <pc:sldMkLst>
          <pc:docMk/>
          <pc:sldMk cId="3065602963" sldId="2581"/>
        </pc:sldMkLst>
      </pc:sldChg>
      <pc:sldChg chg="add replId">
        <pc:chgData name="Mukesh Kesharwani" userId="dd4ce3d9-e302-45d5-927d-ab066c339129" providerId="ADAL" clId="{58385415-C1A0-5A6B-9AEF-04F5EF694294}" dt="2025-12-10T18:47:25.819" v="1546" actId="2890"/>
        <pc:sldMkLst>
          <pc:docMk/>
          <pc:sldMk cId="2544605895" sldId="2582"/>
        </pc:sldMkLst>
      </pc:sldChg>
    </pc:docChg>
  </pc:docChgLst>
  <pc:docChgLst>
    <pc:chgData clId="Web-{77BE7CFD-D5EE-4162-867B-83413E8BA38D}"/>
    <pc:docChg chg="addSld delSld modSld addSection">
      <pc:chgData name="" userId="" providerId="" clId="Web-{77BE7CFD-D5EE-4162-867B-83413E8BA38D}" dt="2025-11-30T22:26:16.262" v="17" actId="34807"/>
      <pc:docMkLst>
        <pc:docMk/>
      </pc:docMkLst>
      <pc:sldChg chg="modSp add mod modClrScheme addAnim chgLayout">
        <pc:chgData name="" userId="" providerId="" clId="Web-{77BE7CFD-D5EE-4162-867B-83413E8BA38D}" dt="2025-11-30T22:26:16.262" v="4" actId="34807"/>
        <pc:sldMkLst>
          <pc:docMk/>
          <pc:sldMk cId="4169979767" sldId="2561"/>
        </pc:sldMkLst>
        <pc:spChg chg="mod">
          <ac:chgData name="" userId="" providerId="" clId="Web-{77BE7CFD-D5EE-4162-867B-83413E8BA38D}" dt="2025-11-30T22:26:16.262" v="1" actId="34807"/>
          <ac:spMkLst>
            <pc:docMk/>
            <pc:sldMk cId="4169979767" sldId="2561"/>
            <ac:spMk id="2" creationId="{AA6E19F0-54F5-1E64-2237-B33646A525F4}"/>
          </ac:spMkLst>
        </pc:spChg>
        <pc:spChg chg="mod">
          <ac:chgData name="" userId="" providerId="" clId="Web-{77BE7CFD-D5EE-4162-867B-83413E8BA38D}" dt="2025-11-30T22:26:16.262" v="1" actId="34807"/>
          <ac:spMkLst>
            <pc:docMk/>
            <pc:sldMk cId="4169979767" sldId="2561"/>
            <ac:spMk id="3" creationId="{0457094F-EBFA-385A-C0CF-F5D90FCCBAE0}"/>
          </ac:spMkLst>
        </pc:spChg>
        <pc:picChg chg="mod">
          <ac:chgData name="" userId="" providerId="" clId="Web-{77BE7CFD-D5EE-4162-867B-83413E8BA38D}" dt="2025-11-30T22:26:16.262" v="1" actId="34807"/>
          <ac:picMkLst>
            <pc:docMk/>
            <pc:sldMk cId="4169979767" sldId="2561"/>
            <ac:picMk id="4" creationId="{998C3406-656D-4B21-BFDB-D54370CA178E}"/>
          </ac:picMkLst>
        </pc:picChg>
      </pc:sldChg>
      <pc:sldChg chg="modSp add mod modTransition addAnim chgLayout">
        <pc:chgData name="" userId="" providerId="" clId="Web-{77BE7CFD-D5EE-4162-867B-83413E8BA38D}" dt="2025-11-30T22:26:16.262" v="5" actId="34807"/>
        <pc:sldMkLst>
          <pc:docMk/>
          <pc:sldMk cId="1352343287" sldId="2562"/>
        </pc:sldMkLst>
        <pc:spChg chg="mod">
          <ac:chgData name="" userId="" providerId="" clId="Web-{77BE7CFD-D5EE-4162-867B-83413E8BA38D}" dt="2025-11-30T22:26:16.262" v="1" actId="34807"/>
          <ac:spMkLst>
            <pc:docMk/>
            <pc:sldMk cId="1352343287" sldId="2562"/>
            <ac:spMk id="2" creationId="{AEC76E86-37EA-ECC3-4AD8-E133388A266B}"/>
          </ac:spMkLst>
        </pc:spChg>
      </pc:sldChg>
      <pc:sldChg chg="modSp add mod modTransition modClrScheme addAnim chgLayout">
        <pc:chgData name="" userId="" providerId="" clId="Web-{77BE7CFD-D5EE-4162-867B-83413E8BA38D}" dt="2025-11-30T22:26:16.262" v="6" actId="34807"/>
        <pc:sldMkLst>
          <pc:docMk/>
          <pc:sldMk cId="728984326" sldId="2563"/>
        </pc:sldMkLst>
        <pc:spChg chg="mod">
          <ac:chgData name="" userId="" providerId="" clId="Web-{77BE7CFD-D5EE-4162-867B-83413E8BA38D}" dt="2025-11-30T22:26:16.262" v="1" actId="34807"/>
          <ac:spMkLst>
            <pc:docMk/>
            <pc:sldMk cId="728984326" sldId="2563"/>
            <ac:spMk id="2" creationId="{81136E39-AA3A-344A-3B1B-3F20C5A7EE49}"/>
          </ac:spMkLst>
        </pc:spChg>
        <pc:spChg chg="mod">
          <ac:chgData name="" userId="" providerId="" clId="Web-{77BE7CFD-D5EE-4162-867B-83413E8BA38D}" dt="2025-11-30T22:26:16.262" v="1" actId="34807"/>
          <ac:spMkLst>
            <pc:docMk/>
            <pc:sldMk cId="728984326" sldId="2563"/>
            <ac:spMk id="4" creationId="{7A138BE7-90C6-0303-4EC0-86D7AC552D32}"/>
          </ac:spMkLst>
        </pc:spChg>
        <pc:picChg chg="mod">
          <ac:chgData name="" userId="" providerId="" clId="Web-{77BE7CFD-D5EE-4162-867B-83413E8BA38D}" dt="2025-11-30T22:26:16.262" v="1" actId="34807"/>
          <ac:picMkLst>
            <pc:docMk/>
            <pc:sldMk cId="728984326" sldId="2563"/>
            <ac:picMk id="5" creationId="{B643B872-4418-4744-8E25-A016FCB9312E}"/>
          </ac:picMkLst>
        </pc:picChg>
      </pc:sldChg>
      <pc:sldChg chg="modSp add mod modTransition addAnim chgLayout">
        <pc:chgData name="" userId="" providerId="" clId="Web-{77BE7CFD-D5EE-4162-867B-83413E8BA38D}" dt="2025-11-30T22:26:16.262" v="7" actId="34807"/>
        <pc:sldMkLst>
          <pc:docMk/>
          <pc:sldMk cId="747674798" sldId="2564"/>
        </pc:sldMkLst>
        <pc:spChg chg="mod">
          <ac:chgData name="" userId="" providerId="" clId="Web-{77BE7CFD-D5EE-4162-867B-83413E8BA38D}" dt="2025-11-30T22:26:16.262" v="1" actId="34807"/>
          <ac:spMkLst>
            <pc:docMk/>
            <pc:sldMk cId="747674798" sldId="2564"/>
            <ac:spMk id="2" creationId="{0B25FC94-B622-F45A-7D57-48F7D08AEDB1}"/>
          </ac:spMkLst>
        </pc:spChg>
      </pc:sldChg>
      <pc:sldChg chg="modSp add mod modTransition modClrScheme addAnim chgLayout">
        <pc:chgData name="" userId="" providerId="" clId="Web-{77BE7CFD-D5EE-4162-867B-83413E8BA38D}" dt="2025-11-30T22:26:16.262" v="8" actId="34807"/>
        <pc:sldMkLst>
          <pc:docMk/>
          <pc:sldMk cId="2742718792" sldId="2565"/>
        </pc:sldMkLst>
        <pc:spChg chg="mod">
          <ac:chgData name="" userId="" providerId="" clId="Web-{77BE7CFD-D5EE-4162-867B-83413E8BA38D}" dt="2025-11-30T22:26:16.262" v="1" actId="34807"/>
          <ac:spMkLst>
            <pc:docMk/>
            <pc:sldMk cId="2742718792" sldId="2565"/>
            <ac:spMk id="2" creationId="{0B7C96E4-6D78-90E0-BA39-72C8C6401DF9}"/>
          </ac:spMkLst>
        </pc:spChg>
        <pc:spChg chg="mod">
          <ac:chgData name="" userId="" providerId="" clId="Web-{77BE7CFD-D5EE-4162-867B-83413E8BA38D}" dt="2025-11-30T22:26:16.262" v="1" actId="34807"/>
          <ac:spMkLst>
            <pc:docMk/>
            <pc:sldMk cId="2742718792" sldId="2565"/>
            <ac:spMk id="4" creationId="{197970EA-EBDC-976C-C7C1-986F1E12053D}"/>
          </ac:spMkLst>
        </pc:spChg>
        <pc:picChg chg="mod">
          <ac:chgData name="" userId="" providerId="" clId="Web-{77BE7CFD-D5EE-4162-867B-83413E8BA38D}" dt="2025-11-30T22:26:16.262" v="1" actId="34807"/>
          <ac:picMkLst>
            <pc:docMk/>
            <pc:sldMk cId="2742718792" sldId="2565"/>
            <ac:picMk id="5" creationId="{F3F6CAF3-0383-4E86-9205-F349FEFC003B}"/>
          </ac:picMkLst>
        </pc:picChg>
      </pc:sldChg>
      <pc:sldChg chg="modSp add mod modTransition addAnim chgLayout">
        <pc:chgData name="" userId="" providerId="" clId="Web-{77BE7CFD-D5EE-4162-867B-83413E8BA38D}" dt="2025-11-30T22:26:16.262" v="9" actId="34807"/>
        <pc:sldMkLst>
          <pc:docMk/>
          <pc:sldMk cId="476014375" sldId="2566"/>
        </pc:sldMkLst>
        <pc:spChg chg="mod">
          <ac:chgData name="" userId="" providerId="" clId="Web-{77BE7CFD-D5EE-4162-867B-83413E8BA38D}" dt="2025-11-30T22:26:16.262" v="1" actId="34807"/>
          <ac:spMkLst>
            <pc:docMk/>
            <pc:sldMk cId="476014375" sldId="2566"/>
            <ac:spMk id="2" creationId="{347AD309-6F4E-FEF4-32DE-2C8FB15E35EF}"/>
          </ac:spMkLst>
        </pc:spChg>
      </pc:sldChg>
      <pc:sldChg chg="modSp add mod modTransition">
        <pc:chgData name="" userId="" providerId="" clId="Web-{77BE7CFD-D5EE-4162-867B-83413E8BA38D}" dt="2025-11-30T22:26:16.262" v="1" actId="34807"/>
        <pc:sldMkLst>
          <pc:docMk/>
          <pc:sldMk cId="1084978174" sldId="2567"/>
        </pc:sldMkLst>
        <pc:spChg chg="mod">
          <ac:chgData name="" userId="" providerId="" clId="Web-{77BE7CFD-D5EE-4162-867B-83413E8BA38D}" dt="2025-11-30T22:26:16.262" v="1" actId="34807"/>
          <ac:spMkLst>
            <pc:docMk/>
            <pc:sldMk cId="1084978174" sldId="2567"/>
            <ac:spMk id="2" creationId="{28194AC3-1708-1834-DB2A-966777B913D5}"/>
          </ac:spMkLst>
        </pc:spChg>
        <pc:graphicFrameChg chg="mod modGraphic">
          <ac:chgData name="" userId="" providerId="" clId="Web-{77BE7CFD-D5EE-4162-867B-83413E8BA38D}" dt="2025-11-30T22:26:16.262" v="1" actId="34807"/>
          <ac:graphicFrameMkLst>
            <pc:docMk/>
            <pc:sldMk cId="1084978174" sldId="2567"/>
            <ac:graphicFrameMk id="4" creationId="{C949BDD0-2D54-4182-A65F-F4805EB5294D}"/>
          </ac:graphicFrameMkLst>
        </pc:graphicFrameChg>
      </pc:sldChg>
      <pc:sldChg chg="modSp add mod modTransition addAnim chgLayout">
        <pc:chgData name="" userId="" providerId="" clId="Web-{77BE7CFD-D5EE-4162-867B-83413E8BA38D}" dt="2025-11-30T22:26:16.262" v="10" actId="34807"/>
        <pc:sldMkLst>
          <pc:docMk/>
          <pc:sldMk cId="4274179907" sldId="2568"/>
        </pc:sldMkLst>
        <pc:spChg chg="mod">
          <ac:chgData name="" userId="" providerId="" clId="Web-{77BE7CFD-D5EE-4162-867B-83413E8BA38D}" dt="2025-11-30T22:26:16.262" v="1" actId="34807"/>
          <ac:spMkLst>
            <pc:docMk/>
            <pc:sldMk cId="4274179907" sldId="2568"/>
            <ac:spMk id="2" creationId="{B646F812-1C4D-EF58-F76D-611E324DF8AE}"/>
          </ac:spMkLst>
        </pc:spChg>
      </pc:sldChg>
      <pc:sldChg chg="modSp add mod modTransition modClrScheme addAnim chgLayout">
        <pc:chgData name="" userId="" providerId="" clId="Web-{77BE7CFD-D5EE-4162-867B-83413E8BA38D}" dt="2025-11-30T22:26:16.262" v="11" actId="34807"/>
        <pc:sldMkLst>
          <pc:docMk/>
          <pc:sldMk cId="1833236901" sldId="2569"/>
        </pc:sldMkLst>
        <pc:spChg chg="mod">
          <ac:chgData name="" userId="" providerId="" clId="Web-{77BE7CFD-D5EE-4162-867B-83413E8BA38D}" dt="2025-11-30T22:26:16.262" v="1" actId="34807"/>
          <ac:spMkLst>
            <pc:docMk/>
            <pc:sldMk cId="1833236901" sldId="2569"/>
            <ac:spMk id="2" creationId="{18E5A30A-8BA5-56E7-592F-9C62A3709905}"/>
          </ac:spMkLst>
        </pc:spChg>
        <pc:spChg chg="mod">
          <ac:chgData name="" userId="" providerId="" clId="Web-{77BE7CFD-D5EE-4162-867B-83413E8BA38D}" dt="2025-11-30T22:26:16.262" v="1" actId="34807"/>
          <ac:spMkLst>
            <pc:docMk/>
            <pc:sldMk cId="1833236901" sldId="2569"/>
            <ac:spMk id="4" creationId="{C7675901-15DD-5F59-DB51-2753AD77E345}"/>
          </ac:spMkLst>
        </pc:spChg>
        <pc:picChg chg="mod ord">
          <ac:chgData name="" userId="" providerId="" clId="Web-{77BE7CFD-D5EE-4162-867B-83413E8BA38D}" dt="2025-11-30T22:26:16.262" v="1" actId="34807"/>
          <ac:picMkLst>
            <pc:docMk/>
            <pc:sldMk cId="1833236901" sldId="2569"/>
            <ac:picMk id="5" creationId="{E6C90398-4E13-4C49-AF28-FB57E3201CA8}"/>
          </ac:picMkLst>
        </pc:picChg>
      </pc:sldChg>
      <pc:sldChg chg="modSp add mod modTransition addAnim chgLayout">
        <pc:chgData name="" userId="" providerId="" clId="Web-{77BE7CFD-D5EE-4162-867B-83413E8BA38D}" dt="2025-11-30T22:26:16.262" v="12" actId="34807"/>
        <pc:sldMkLst>
          <pc:docMk/>
          <pc:sldMk cId="801341816" sldId="2570"/>
        </pc:sldMkLst>
        <pc:spChg chg="mod">
          <ac:chgData name="" userId="" providerId="" clId="Web-{77BE7CFD-D5EE-4162-867B-83413E8BA38D}" dt="2025-11-30T22:26:16.262" v="1" actId="34807"/>
          <ac:spMkLst>
            <pc:docMk/>
            <pc:sldMk cId="801341816" sldId="2570"/>
            <ac:spMk id="2" creationId="{C6F6DED7-4462-4CAE-C870-915B89A0701A}"/>
          </ac:spMkLst>
        </pc:spChg>
      </pc:sldChg>
      <pc:sldChg chg="modSp add mod modTransition modClrScheme addAnim chgLayout">
        <pc:chgData name="" userId="" providerId="" clId="Web-{77BE7CFD-D5EE-4162-867B-83413E8BA38D}" dt="2025-11-30T22:26:16.262" v="13" actId="34807"/>
        <pc:sldMkLst>
          <pc:docMk/>
          <pc:sldMk cId="1705617485" sldId="2571"/>
        </pc:sldMkLst>
        <pc:spChg chg="mod">
          <ac:chgData name="" userId="" providerId="" clId="Web-{77BE7CFD-D5EE-4162-867B-83413E8BA38D}" dt="2025-11-30T22:26:16.262" v="1" actId="34807"/>
          <ac:spMkLst>
            <pc:docMk/>
            <pc:sldMk cId="1705617485" sldId="2571"/>
            <ac:spMk id="2" creationId="{4AC11438-E729-E035-7C9A-E8D48F6ABC1D}"/>
          </ac:spMkLst>
        </pc:spChg>
        <pc:spChg chg="mod">
          <ac:chgData name="" userId="" providerId="" clId="Web-{77BE7CFD-D5EE-4162-867B-83413E8BA38D}" dt="2025-11-30T22:26:16.262" v="1" actId="34807"/>
          <ac:spMkLst>
            <pc:docMk/>
            <pc:sldMk cId="1705617485" sldId="2571"/>
            <ac:spMk id="4" creationId="{FF5F5206-0C29-02EF-C405-FF8B92D91801}"/>
          </ac:spMkLst>
        </pc:spChg>
        <pc:picChg chg="mod ord">
          <ac:chgData name="" userId="" providerId="" clId="Web-{77BE7CFD-D5EE-4162-867B-83413E8BA38D}" dt="2025-11-30T22:26:16.262" v="1" actId="34807"/>
          <ac:picMkLst>
            <pc:docMk/>
            <pc:sldMk cId="1705617485" sldId="2571"/>
            <ac:picMk id="5" creationId="{8A79CBC0-757D-4562-9747-1E7FC3BBD048}"/>
          </ac:picMkLst>
        </pc:picChg>
      </pc:sldChg>
      <pc:sldChg chg="modSp add mod modTransition addAnim chgLayout">
        <pc:chgData name="" userId="" providerId="" clId="Web-{77BE7CFD-D5EE-4162-867B-83413E8BA38D}" dt="2025-11-30T22:26:16.262" v="14" actId="34807"/>
        <pc:sldMkLst>
          <pc:docMk/>
          <pc:sldMk cId="1503440935" sldId="2572"/>
        </pc:sldMkLst>
        <pc:spChg chg="mod">
          <ac:chgData name="" userId="" providerId="" clId="Web-{77BE7CFD-D5EE-4162-867B-83413E8BA38D}" dt="2025-11-30T22:26:16.262" v="1" actId="34807"/>
          <ac:spMkLst>
            <pc:docMk/>
            <pc:sldMk cId="1503440935" sldId="2572"/>
            <ac:spMk id="2" creationId="{1C43BC81-FAB3-4406-6CCE-46366DF437FA}"/>
          </ac:spMkLst>
        </pc:spChg>
      </pc:sldChg>
      <pc:sldChg chg="modSp add mod modTransition modClrScheme addAnim chgLayout">
        <pc:chgData name="" userId="" providerId="" clId="Web-{77BE7CFD-D5EE-4162-867B-83413E8BA38D}" dt="2025-11-30T22:26:16.262" v="15" actId="34807"/>
        <pc:sldMkLst>
          <pc:docMk/>
          <pc:sldMk cId="1420985552" sldId="2573"/>
        </pc:sldMkLst>
        <pc:spChg chg="mod">
          <ac:chgData name="" userId="" providerId="" clId="Web-{77BE7CFD-D5EE-4162-867B-83413E8BA38D}" dt="2025-11-30T22:26:16.262" v="1" actId="34807"/>
          <ac:spMkLst>
            <pc:docMk/>
            <pc:sldMk cId="1420985552" sldId="2573"/>
            <ac:spMk id="2" creationId="{FC5F2222-C4F6-3C84-92E3-65ADA02A79A5}"/>
          </ac:spMkLst>
        </pc:spChg>
        <pc:spChg chg="mod">
          <ac:chgData name="" userId="" providerId="" clId="Web-{77BE7CFD-D5EE-4162-867B-83413E8BA38D}" dt="2025-11-30T22:26:16.262" v="1" actId="34807"/>
          <ac:spMkLst>
            <pc:docMk/>
            <pc:sldMk cId="1420985552" sldId="2573"/>
            <ac:spMk id="4" creationId="{04364905-3D06-E066-F88A-B8ED3F85D180}"/>
          </ac:spMkLst>
        </pc:spChg>
      </pc:sldChg>
      <pc:sldChg chg="modSp add mod modTransition addAnim chgLayout">
        <pc:chgData name="" userId="" providerId="" clId="Web-{77BE7CFD-D5EE-4162-867B-83413E8BA38D}" dt="2025-11-30T22:26:16.262" v="16" actId="34807"/>
        <pc:sldMkLst>
          <pc:docMk/>
          <pc:sldMk cId="2754576721" sldId="2574"/>
        </pc:sldMkLst>
        <pc:spChg chg="mod">
          <ac:chgData name="" userId="" providerId="" clId="Web-{77BE7CFD-D5EE-4162-867B-83413E8BA38D}" dt="2025-11-30T22:26:16.262" v="1" actId="34807"/>
          <ac:spMkLst>
            <pc:docMk/>
            <pc:sldMk cId="2754576721" sldId="2574"/>
            <ac:spMk id="2" creationId="{9B3A995C-7916-B79C-C2BD-9271D067263C}"/>
          </ac:spMkLst>
        </pc:spChg>
      </pc:sldChg>
      <pc:sldChg chg="modSp add mod modTransition modClrScheme addAnim chgLayout">
        <pc:chgData name="" userId="" providerId="" clId="Web-{77BE7CFD-D5EE-4162-867B-83413E8BA38D}" dt="2025-11-30T22:26:16.262" v="17" actId="34807"/>
        <pc:sldMkLst>
          <pc:docMk/>
          <pc:sldMk cId="1233667441" sldId="2575"/>
        </pc:sldMkLst>
        <pc:spChg chg="mod">
          <ac:chgData name="" userId="" providerId="" clId="Web-{77BE7CFD-D5EE-4162-867B-83413E8BA38D}" dt="2025-11-30T22:26:16.262" v="1" actId="34807"/>
          <ac:spMkLst>
            <pc:docMk/>
            <pc:sldMk cId="1233667441" sldId="2575"/>
            <ac:spMk id="2" creationId="{EE337F72-21FC-4FD3-B2F9-9535B41F4F13}"/>
          </ac:spMkLst>
        </pc:spChg>
        <pc:spChg chg="mod">
          <ac:chgData name="" userId="" providerId="" clId="Web-{77BE7CFD-D5EE-4162-867B-83413E8BA38D}" dt="2025-11-30T22:26:16.262" v="1" actId="34807"/>
          <ac:spMkLst>
            <pc:docMk/>
            <pc:sldMk cId="1233667441" sldId="2575"/>
            <ac:spMk id="4" creationId="{5FF62A10-FECF-775B-6CE7-45995242EAFE}"/>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8EF622-D51D-41F8-994E-990173D90F51}"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3A7193B3-24FD-4995-98C7-7BA29C1E4E17}">
      <dgm:prSet/>
      <dgm:spPr/>
      <dgm:t>
        <a:bodyPr/>
        <a:lstStyle/>
        <a:p>
          <a:pPr>
            <a:lnSpc>
              <a:spcPct val="100000"/>
            </a:lnSpc>
            <a:defRPr b="1"/>
          </a:pPr>
          <a:r>
            <a:rPr lang="en-US"/>
            <a:t>Current Tools and Limitations</a:t>
          </a:r>
        </a:p>
      </dgm:t>
    </dgm:pt>
    <dgm:pt modelId="{4BFB7EF2-1A06-4DA1-856C-60290F025894}" type="parTrans" cxnId="{1ECBD628-E5E1-4865-A5F2-89D8336E6800}">
      <dgm:prSet/>
      <dgm:spPr/>
      <dgm:t>
        <a:bodyPr/>
        <a:lstStyle/>
        <a:p>
          <a:endParaRPr lang="en-US"/>
        </a:p>
      </dgm:t>
    </dgm:pt>
    <dgm:pt modelId="{AFC89DA0-4008-44C7-845A-955603B5B7B6}" type="sibTrans" cxnId="{1ECBD628-E5E1-4865-A5F2-89D8336E6800}">
      <dgm:prSet/>
      <dgm:spPr/>
      <dgm:t>
        <a:bodyPr/>
        <a:lstStyle/>
        <a:p>
          <a:pPr>
            <a:lnSpc>
              <a:spcPct val="100000"/>
            </a:lnSpc>
            <a:defRPr b="1"/>
          </a:pPr>
          <a:endParaRPr lang="en-US"/>
        </a:p>
      </dgm:t>
    </dgm:pt>
    <dgm:pt modelId="{B7CD908F-7535-4709-B628-C27F90AE5A30}">
      <dgm:prSet/>
      <dgm:spPr/>
      <dgm:t>
        <a:bodyPr/>
        <a:lstStyle/>
        <a:p>
          <a:pPr>
            <a:lnSpc>
              <a:spcPct val="100000"/>
            </a:lnSpc>
          </a:pPr>
          <a:r>
            <a:rPr lang="en-US" err="1"/>
            <a:t>TechGRC</a:t>
          </a:r>
          <a:r>
            <a:rPr lang="en-US"/>
            <a:t> leverage </a:t>
          </a:r>
          <a:r>
            <a:rPr lang="en-US" err="1"/>
            <a:t>Paramify</a:t>
          </a:r>
          <a:r>
            <a:rPr lang="en-US"/>
            <a:t>; but </a:t>
          </a:r>
          <a:r>
            <a:rPr lang="en-US" err="1"/>
            <a:t>Paramify</a:t>
          </a:r>
          <a:r>
            <a:rPr lang="en-US"/>
            <a:t> supports only FedRAMP, limiting broader compliance coverage.</a:t>
          </a:r>
        </a:p>
      </dgm:t>
    </dgm:pt>
    <dgm:pt modelId="{53E2A76B-67B9-4977-BBCA-0B1BED5350C0}" type="parTrans" cxnId="{22FC9C44-8BFB-4B5D-AF1A-8672BCBFA3F1}">
      <dgm:prSet/>
      <dgm:spPr/>
      <dgm:t>
        <a:bodyPr/>
        <a:lstStyle/>
        <a:p>
          <a:endParaRPr lang="en-US"/>
        </a:p>
      </dgm:t>
    </dgm:pt>
    <dgm:pt modelId="{CEA86C86-EA83-4377-A0A6-1804F826D790}" type="sibTrans" cxnId="{22FC9C44-8BFB-4B5D-AF1A-8672BCBFA3F1}">
      <dgm:prSet/>
      <dgm:spPr/>
      <dgm:t>
        <a:bodyPr/>
        <a:lstStyle/>
        <a:p>
          <a:endParaRPr lang="en-US"/>
        </a:p>
      </dgm:t>
    </dgm:pt>
    <dgm:pt modelId="{26957409-6868-4B56-B8E6-11ED52F13031}">
      <dgm:prSet/>
      <dgm:spPr/>
      <dgm:t>
        <a:bodyPr/>
        <a:lstStyle/>
        <a:p>
          <a:pPr>
            <a:lnSpc>
              <a:spcPct val="100000"/>
            </a:lnSpc>
            <a:defRPr b="1"/>
          </a:pPr>
          <a:r>
            <a:rPr lang="en-US"/>
            <a:t>Manual Documentation Challenges</a:t>
          </a:r>
        </a:p>
      </dgm:t>
    </dgm:pt>
    <dgm:pt modelId="{F18DEA81-71CC-4244-8F46-B18F132EC861}" type="parTrans" cxnId="{52991F48-E67F-47AB-A169-BE051B7A1BAD}">
      <dgm:prSet/>
      <dgm:spPr/>
      <dgm:t>
        <a:bodyPr/>
        <a:lstStyle/>
        <a:p>
          <a:endParaRPr lang="en-US"/>
        </a:p>
      </dgm:t>
    </dgm:pt>
    <dgm:pt modelId="{D9A34810-7DB2-42AE-8703-F100A1CDF4DD}" type="sibTrans" cxnId="{52991F48-E67F-47AB-A169-BE051B7A1BAD}">
      <dgm:prSet/>
      <dgm:spPr/>
      <dgm:t>
        <a:bodyPr/>
        <a:lstStyle/>
        <a:p>
          <a:pPr>
            <a:lnSpc>
              <a:spcPct val="100000"/>
            </a:lnSpc>
            <a:defRPr b="1"/>
          </a:pPr>
          <a:endParaRPr lang="en-US"/>
        </a:p>
      </dgm:t>
    </dgm:pt>
    <dgm:pt modelId="{AEE05486-2C82-42D1-9212-B8930BBE05F8}">
      <dgm:prSet/>
      <dgm:spPr/>
      <dgm:t>
        <a:bodyPr/>
        <a:lstStyle/>
        <a:p>
          <a:pPr>
            <a:lnSpc>
              <a:spcPct val="100000"/>
            </a:lnSpc>
          </a:pPr>
          <a:r>
            <a:rPr lang="en-US"/>
            <a:t>Compliance processes rely on spreadsheets and word processors, causing slow and error-prone documentation.</a:t>
          </a:r>
        </a:p>
      </dgm:t>
    </dgm:pt>
    <dgm:pt modelId="{DBF71ECE-051D-4BE5-B0E8-92A12730F281}" type="parTrans" cxnId="{498F4677-99CA-44D9-BFAE-1DB2DBD2FE01}">
      <dgm:prSet/>
      <dgm:spPr/>
      <dgm:t>
        <a:bodyPr/>
        <a:lstStyle/>
        <a:p>
          <a:endParaRPr lang="en-US"/>
        </a:p>
      </dgm:t>
    </dgm:pt>
    <dgm:pt modelId="{4C87B1C7-DE04-4335-9991-3380E4AACF7D}" type="sibTrans" cxnId="{498F4677-99CA-44D9-BFAE-1DB2DBD2FE01}">
      <dgm:prSet/>
      <dgm:spPr/>
      <dgm:t>
        <a:bodyPr/>
        <a:lstStyle/>
        <a:p>
          <a:endParaRPr lang="en-US"/>
        </a:p>
      </dgm:t>
    </dgm:pt>
    <dgm:pt modelId="{40021868-D3BF-4019-A4F0-2BFEB567EF32}">
      <dgm:prSet/>
      <dgm:spPr/>
      <dgm:t>
        <a:bodyPr/>
        <a:lstStyle/>
        <a:p>
          <a:pPr>
            <a:lnSpc>
              <a:spcPct val="100000"/>
            </a:lnSpc>
            <a:defRPr b="1"/>
          </a:pPr>
          <a:r>
            <a:rPr lang="en-US"/>
            <a:t>Need for Automation</a:t>
          </a:r>
        </a:p>
      </dgm:t>
    </dgm:pt>
    <dgm:pt modelId="{F896025F-CDD7-4117-BF6E-789A931AA098}" type="parTrans" cxnId="{8FD87156-4018-4824-A49F-72EC5D427FBE}">
      <dgm:prSet/>
      <dgm:spPr/>
      <dgm:t>
        <a:bodyPr/>
        <a:lstStyle/>
        <a:p>
          <a:endParaRPr lang="en-US"/>
        </a:p>
      </dgm:t>
    </dgm:pt>
    <dgm:pt modelId="{4BDFADC9-0877-47FF-95D9-653D42E11F5C}" type="sibTrans" cxnId="{8FD87156-4018-4824-A49F-72EC5D427FBE}">
      <dgm:prSet/>
      <dgm:spPr/>
      <dgm:t>
        <a:bodyPr/>
        <a:lstStyle/>
        <a:p>
          <a:endParaRPr lang="en-US"/>
        </a:p>
      </dgm:t>
    </dgm:pt>
    <dgm:pt modelId="{4F2F6529-34FD-4E43-99FD-9808896C9B70}">
      <dgm:prSet/>
      <dgm:spPr/>
      <dgm:t>
        <a:bodyPr/>
        <a:lstStyle/>
        <a:p>
          <a:pPr>
            <a:lnSpc>
              <a:spcPct val="100000"/>
            </a:lnSpc>
          </a:pPr>
          <a:r>
            <a:rPr lang="en-US"/>
            <a:t>Lack of automation and multi-standard support results in operational overhead and delays in regulatory compliance.</a:t>
          </a:r>
        </a:p>
      </dgm:t>
    </dgm:pt>
    <dgm:pt modelId="{75FB343A-1C0A-4F6F-A02F-30671BCC72B4}" type="parTrans" cxnId="{C60FC61B-EF73-4637-A25A-0494BCBCF930}">
      <dgm:prSet/>
      <dgm:spPr/>
      <dgm:t>
        <a:bodyPr/>
        <a:lstStyle/>
        <a:p>
          <a:endParaRPr lang="en-US"/>
        </a:p>
      </dgm:t>
    </dgm:pt>
    <dgm:pt modelId="{A968758F-9983-407C-B88C-98BF6487CD4B}" type="sibTrans" cxnId="{C60FC61B-EF73-4637-A25A-0494BCBCF930}">
      <dgm:prSet/>
      <dgm:spPr/>
      <dgm:t>
        <a:bodyPr/>
        <a:lstStyle/>
        <a:p>
          <a:endParaRPr lang="en-US"/>
        </a:p>
      </dgm:t>
    </dgm:pt>
    <dgm:pt modelId="{D75DADA9-73FF-402D-B3D6-DCB8EB57AAE5}" type="pres">
      <dgm:prSet presAssocID="{B48EF622-D51D-41F8-994E-990173D90F51}" presName="Root" presStyleCnt="0">
        <dgm:presLayoutVars>
          <dgm:dir/>
          <dgm:resizeHandles val="exact"/>
        </dgm:presLayoutVars>
      </dgm:prSet>
      <dgm:spPr/>
    </dgm:pt>
    <dgm:pt modelId="{9081A33E-6542-42C8-8CF3-2026F1AAA74F}" type="pres">
      <dgm:prSet presAssocID="{3A7193B3-24FD-4995-98C7-7BA29C1E4E17}" presName="Composite" presStyleCnt="0"/>
      <dgm:spPr/>
    </dgm:pt>
    <dgm:pt modelId="{8104009F-9DAB-4CEC-94F1-0329731C023E}" type="pres">
      <dgm:prSet presAssocID="{3A7193B3-24FD-4995-98C7-7BA29C1E4E17}"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1328" r="22419" b="-6"/>
          <a:stretch/>
        </a:blipFill>
      </dgm:spPr>
      <dgm:extLst>
        <a:ext uri="{E40237B7-FDA0-4F09-8148-C483321AD2D9}">
          <dgm14:cNvPr xmlns:dgm14="http://schemas.microsoft.com/office/drawing/2010/diagram" id="0" name="" descr="Document with repair tools symbol on blue abstract background"/>
        </a:ext>
      </dgm:extLst>
    </dgm:pt>
    <dgm:pt modelId="{31760DFE-4D74-490E-AD79-C8A37DEDB9E5}" type="pres">
      <dgm:prSet presAssocID="{3A7193B3-24FD-4995-98C7-7BA29C1E4E17}" presName="Subtitle" presStyleLbl="revTx" presStyleIdx="0" presStyleCnt="6">
        <dgm:presLayoutVars>
          <dgm:chMax val="0"/>
          <dgm:bulletEnabled/>
        </dgm:presLayoutVars>
      </dgm:prSet>
      <dgm:spPr/>
    </dgm:pt>
    <dgm:pt modelId="{8A29FA8E-89D5-4B5E-AE10-AA101663D632}" type="pres">
      <dgm:prSet presAssocID="{3A7193B3-24FD-4995-98C7-7BA29C1E4E17}" presName="Description" presStyleLbl="revTx" presStyleIdx="1" presStyleCnt="6">
        <dgm:presLayoutVars>
          <dgm:bulletEnabled/>
        </dgm:presLayoutVars>
      </dgm:prSet>
      <dgm:spPr/>
    </dgm:pt>
    <dgm:pt modelId="{813B5F94-9868-463A-A6B7-0A290F8D81C9}" type="pres">
      <dgm:prSet presAssocID="{AFC89DA0-4008-44C7-845A-955603B5B7B6}" presName="sibTrans" presStyleLbl="sibTrans2D1" presStyleIdx="0" presStyleCnt="0"/>
      <dgm:spPr/>
    </dgm:pt>
    <dgm:pt modelId="{043418EC-933A-4F5E-9721-335748CCC3A4}" type="pres">
      <dgm:prSet presAssocID="{26957409-6868-4B56-B8E6-11ED52F13031}" presName="Composite" presStyleCnt="0"/>
      <dgm:spPr/>
    </dgm:pt>
    <dgm:pt modelId="{A5E7F272-6387-4EF9-A67F-5592C2715371}" type="pres">
      <dgm:prSet presAssocID="{26957409-6868-4B56-B8E6-11ED52F1303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6568" r="26686" b="6"/>
          <a:stretch/>
        </a:blipFill>
      </dgm:spPr>
      <dgm:extLst>
        <a:ext uri="{E40237B7-FDA0-4F09-8148-C483321AD2D9}">
          <dgm14:cNvPr xmlns:dgm14="http://schemas.microsoft.com/office/drawing/2010/diagram" id="0" name="" descr="Shot of a creative workstation with no people"/>
        </a:ext>
      </dgm:extLst>
    </dgm:pt>
    <dgm:pt modelId="{4FC78ACD-37A2-4DCB-B364-6A4A0BF1BBC7}" type="pres">
      <dgm:prSet presAssocID="{26957409-6868-4B56-B8E6-11ED52F13031}" presName="Subtitle" presStyleLbl="revTx" presStyleIdx="2" presStyleCnt="6">
        <dgm:presLayoutVars>
          <dgm:chMax val="0"/>
          <dgm:bulletEnabled/>
        </dgm:presLayoutVars>
      </dgm:prSet>
      <dgm:spPr/>
    </dgm:pt>
    <dgm:pt modelId="{E1B9151E-22D8-489A-A807-4FE419FEBC6A}" type="pres">
      <dgm:prSet presAssocID="{26957409-6868-4B56-B8E6-11ED52F13031}" presName="Description" presStyleLbl="revTx" presStyleIdx="3" presStyleCnt="6">
        <dgm:presLayoutVars>
          <dgm:bulletEnabled/>
        </dgm:presLayoutVars>
      </dgm:prSet>
      <dgm:spPr/>
    </dgm:pt>
    <dgm:pt modelId="{9B84766A-6C59-45CC-A2FD-FE186CBE674C}" type="pres">
      <dgm:prSet presAssocID="{D9A34810-7DB2-42AE-8703-F100A1CDF4DD}" presName="sibTrans" presStyleLbl="sibTrans2D1" presStyleIdx="0" presStyleCnt="0"/>
      <dgm:spPr/>
    </dgm:pt>
    <dgm:pt modelId="{9D8A2F0E-7DF3-4904-B3BD-6D386B4089F5}" type="pres">
      <dgm:prSet presAssocID="{40021868-D3BF-4019-A4F0-2BFEB567EF32}" presName="Composite" presStyleCnt="0"/>
      <dgm:spPr/>
    </dgm:pt>
    <dgm:pt modelId="{CA3FADCA-1EAB-41C3-B650-0DB46290D2B1}" type="pres">
      <dgm:prSet presAssocID="{40021868-D3BF-4019-A4F0-2BFEB567EF3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113" r="11882" b="-6"/>
          <a:stretch/>
        </a:blipFill>
      </dgm:spPr>
      <dgm:extLst>
        <a:ext uri="{E40237B7-FDA0-4F09-8148-C483321AD2D9}">
          <dgm14:cNvPr xmlns:dgm14="http://schemas.microsoft.com/office/drawing/2010/diagram" id="0" name="" descr="Conceptual image representing mosaic media interface and the digital software. A wall of screens curves away from view, shimmering with an assortment of random graphics, animations and simple icon images."/>
        </a:ext>
      </dgm:extLst>
    </dgm:pt>
    <dgm:pt modelId="{E4F2336F-AEEB-44D8-8325-620B452FA8A0}" type="pres">
      <dgm:prSet presAssocID="{40021868-D3BF-4019-A4F0-2BFEB567EF32}" presName="Subtitle" presStyleLbl="revTx" presStyleIdx="4" presStyleCnt="6">
        <dgm:presLayoutVars>
          <dgm:chMax val="0"/>
          <dgm:bulletEnabled/>
        </dgm:presLayoutVars>
      </dgm:prSet>
      <dgm:spPr/>
    </dgm:pt>
    <dgm:pt modelId="{86869F77-1C65-48FF-95C0-917AF228598C}" type="pres">
      <dgm:prSet presAssocID="{40021868-D3BF-4019-A4F0-2BFEB567EF32}" presName="Description" presStyleLbl="revTx" presStyleIdx="5" presStyleCnt="6">
        <dgm:presLayoutVars>
          <dgm:bulletEnabled/>
        </dgm:presLayoutVars>
      </dgm:prSet>
      <dgm:spPr/>
    </dgm:pt>
  </dgm:ptLst>
  <dgm:cxnLst>
    <dgm:cxn modelId="{C60FC61B-EF73-4637-A25A-0494BCBCF930}" srcId="{40021868-D3BF-4019-A4F0-2BFEB567EF32}" destId="{4F2F6529-34FD-4E43-99FD-9808896C9B70}" srcOrd="0" destOrd="0" parTransId="{75FB343A-1C0A-4F6F-A02F-30671BCC72B4}" sibTransId="{A968758F-9983-407C-B88C-98BF6487CD4B}"/>
    <dgm:cxn modelId="{3486D426-8454-4844-9489-D74BD21F5288}" type="presOf" srcId="{3A7193B3-24FD-4995-98C7-7BA29C1E4E17}" destId="{31760DFE-4D74-490E-AD79-C8A37DEDB9E5}" srcOrd="0" destOrd="0" presId="urn:microsoft.com/office/officeart/2024/3/layout/verticalVisualTextBlock1"/>
    <dgm:cxn modelId="{1ECBD628-E5E1-4865-A5F2-89D8336E6800}" srcId="{B48EF622-D51D-41F8-994E-990173D90F51}" destId="{3A7193B3-24FD-4995-98C7-7BA29C1E4E17}" srcOrd="0" destOrd="0" parTransId="{4BFB7EF2-1A06-4DA1-856C-60290F025894}" sibTransId="{AFC89DA0-4008-44C7-845A-955603B5B7B6}"/>
    <dgm:cxn modelId="{067A5436-D2EE-4B7B-9978-CAE02350F6B1}" type="presOf" srcId="{40021868-D3BF-4019-A4F0-2BFEB567EF32}" destId="{E4F2336F-AEEB-44D8-8325-620B452FA8A0}" srcOrd="0" destOrd="0" presId="urn:microsoft.com/office/officeart/2024/3/layout/verticalVisualTextBlock1"/>
    <dgm:cxn modelId="{22FC9C44-8BFB-4B5D-AF1A-8672BCBFA3F1}" srcId="{3A7193B3-24FD-4995-98C7-7BA29C1E4E17}" destId="{B7CD908F-7535-4709-B628-C27F90AE5A30}" srcOrd="0" destOrd="0" parTransId="{53E2A76B-67B9-4977-BBCA-0B1BED5350C0}" sibTransId="{CEA86C86-EA83-4377-A0A6-1804F826D790}"/>
    <dgm:cxn modelId="{52991F48-E67F-47AB-A169-BE051B7A1BAD}" srcId="{B48EF622-D51D-41F8-994E-990173D90F51}" destId="{26957409-6868-4B56-B8E6-11ED52F13031}" srcOrd="1" destOrd="0" parTransId="{F18DEA81-71CC-4244-8F46-B18F132EC861}" sibTransId="{D9A34810-7DB2-42AE-8703-F100A1CDF4DD}"/>
    <dgm:cxn modelId="{A291D04B-1793-4845-B240-8A31BAC4C9D3}" type="presOf" srcId="{26957409-6868-4B56-B8E6-11ED52F13031}" destId="{4FC78ACD-37A2-4DCB-B364-6A4A0BF1BBC7}" srcOrd="0" destOrd="0" presId="urn:microsoft.com/office/officeart/2024/3/layout/verticalVisualTextBlock1"/>
    <dgm:cxn modelId="{8FD87156-4018-4824-A49F-72EC5D427FBE}" srcId="{B48EF622-D51D-41F8-994E-990173D90F51}" destId="{40021868-D3BF-4019-A4F0-2BFEB567EF32}" srcOrd="2" destOrd="0" parTransId="{F896025F-CDD7-4117-BF6E-789A931AA098}" sibTransId="{4BDFADC9-0877-47FF-95D9-653D42E11F5C}"/>
    <dgm:cxn modelId="{498F4677-99CA-44D9-BFAE-1DB2DBD2FE01}" srcId="{26957409-6868-4B56-B8E6-11ED52F13031}" destId="{AEE05486-2C82-42D1-9212-B8930BBE05F8}" srcOrd="0" destOrd="0" parTransId="{DBF71ECE-051D-4BE5-B0E8-92A12730F281}" sibTransId="{4C87B1C7-DE04-4335-9991-3380E4AACF7D}"/>
    <dgm:cxn modelId="{98FA147F-58A0-4CF9-8AA9-2FB3643CEA3E}" type="presOf" srcId="{AEE05486-2C82-42D1-9212-B8930BBE05F8}" destId="{E1B9151E-22D8-489A-A807-4FE419FEBC6A}" srcOrd="0" destOrd="0" presId="urn:microsoft.com/office/officeart/2024/3/layout/verticalVisualTextBlock1"/>
    <dgm:cxn modelId="{FA691EAF-C3C9-40DB-ABDD-AFCFC137F9FC}" type="presOf" srcId="{B7CD908F-7535-4709-B628-C27F90AE5A30}" destId="{8A29FA8E-89D5-4B5E-AE10-AA101663D632}" srcOrd="0" destOrd="0" presId="urn:microsoft.com/office/officeart/2024/3/layout/verticalVisualTextBlock1"/>
    <dgm:cxn modelId="{ACDE44C1-D6AD-41DE-8AC8-F0FB8C9EB982}" type="presOf" srcId="{B48EF622-D51D-41F8-994E-990173D90F51}" destId="{D75DADA9-73FF-402D-B3D6-DCB8EB57AAE5}" srcOrd="0" destOrd="0" presId="urn:microsoft.com/office/officeart/2024/3/layout/verticalVisualTextBlock1"/>
    <dgm:cxn modelId="{4A2803D9-BA5D-4C39-94B7-989923C80F9E}" type="presOf" srcId="{AFC89DA0-4008-44C7-845A-955603B5B7B6}" destId="{813B5F94-9868-463A-A6B7-0A290F8D81C9}" srcOrd="0" destOrd="0" presId="urn:microsoft.com/office/officeart/2024/3/layout/verticalVisualTextBlock1"/>
    <dgm:cxn modelId="{4591D8DF-A2B0-4FBD-9F6D-C72AB9067A5E}" type="presOf" srcId="{D9A34810-7DB2-42AE-8703-F100A1CDF4DD}" destId="{9B84766A-6C59-45CC-A2FD-FE186CBE674C}" srcOrd="0" destOrd="0" presId="urn:microsoft.com/office/officeart/2024/3/layout/verticalVisualTextBlock1"/>
    <dgm:cxn modelId="{1568DEE9-B1EB-4038-A995-E3CCE3CC95A2}" type="presOf" srcId="{4F2F6529-34FD-4E43-99FD-9808896C9B70}" destId="{86869F77-1C65-48FF-95C0-917AF228598C}" srcOrd="0" destOrd="0" presId="urn:microsoft.com/office/officeart/2024/3/layout/verticalVisualTextBlock1"/>
    <dgm:cxn modelId="{5431A2E7-584F-4F5A-9BE4-0EF00A6D1601}" type="presParOf" srcId="{D75DADA9-73FF-402D-B3D6-DCB8EB57AAE5}" destId="{9081A33E-6542-42C8-8CF3-2026F1AAA74F}" srcOrd="0" destOrd="0" presId="urn:microsoft.com/office/officeart/2024/3/layout/verticalVisualTextBlock1"/>
    <dgm:cxn modelId="{692F3704-C48B-4514-ACE3-12C700BEF54A}" type="presParOf" srcId="{9081A33E-6542-42C8-8CF3-2026F1AAA74F}" destId="{8104009F-9DAB-4CEC-94F1-0329731C023E}" srcOrd="0" destOrd="0" presId="urn:microsoft.com/office/officeart/2024/3/layout/verticalVisualTextBlock1"/>
    <dgm:cxn modelId="{A3B6D5B5-BAAC-498A-82C6-D528DFD1E634}" type="presParOf" srcId="{9081A33E-6542-42C8-8CF3-2026F1AAA74F}" destId="{31760DFE-4D74-490E-AD79-C8A37DEDB9E5}" srcOrd="1" destOrd="0" presId="urn:microsoft.com/office/officeart/2024/3/layout/verticalVisualTextBlock1"/>
    <dgm:cxn modelId="{07CC67DC-9EEE-4561-B6D3-935F5A13F4F7}" type="presParOf" srcId="{9081A33E-6542-42C8-8CF3-2026F1AAA74F}" destId="{8A29FA8E-89D5-4B5E-AE10-AA101663D632}" srcOrd="2" destOrd="0" presId="urn:microsoft.com/office/officeart/2024/3/layout/verticalVisualTextBlock1"/>
    <dgm:cxn modelId="{97B5250E-0138-4830-B454-01EB3C1259EA}" type="presParOf" srcId="{D75DADA9-73FF-402D-B3D6-DCB8EB57AAE5}" destId="{813B5F94-9868-463A-A6B7-0A290F8D81C9}" srcOrd="1" destOrd="0" presId="urn:microsoft.com/office/officeart/2024/3/layout/verticalVisualTextBlock1"/>
    <dgm:cxn modelId="{34254E6E-6963-46C1-A22B-B2162D869138}" type="presParOf" srcId="{D75DADA9-73FF-402D-B3D6-DCB8EB57AAE5}" destId="{043418EC-933A-4F5E-9721-335748CCC3A4}" srcOrd="2" destOrd="0" presId="urn:microsoft.com/office/officeart/2024/3/layout/verticalVisualTextBlock1"/>
    <dgm:cxn modelId="{9D556C9F-5B2B-472E-80DA-3E2F029E5A6E}" type="presParOf" srcId="{043418EC-933A-4F5E-9721-335748CCC3A4}" destId="{A5E7F272-6387-4EF9-A67F-5592C2715371}" srcOrd="0" destOrd="0" presId="urn:microsoft.com/office/officeart/2024/3/layout/verticalVisualTextBlock1"/>
    <dgm:cxn modelId="{88811152-CF1A-4F72-BACD-1DA17405B4FD}" type="presParOf" srcId="{043418EC-933A-4F5E-9721-335748CCC3A4}" destId="{4FC78ACD-37A2-4DCB-B364-6A4A0BF1BBC7}" srcOrd="1" destOrd="0" presId="urn:microsoft.com/office/officeart/2024/3/layout/verticalVisualTextBlock1"/>
    <dgm:cxn modelId="{19E6666E-76A7-4213-AB49-09EF8BE000C0}" type="presParOf" srcId="{043418EC-933A-4F5E-9721-335748CCC3A4}" destId="{E1B9151E-22D8-489A-A807-4FE419FEBC6A}" srcOrd="2" destOrd="0" presId="urn:microsoft.com/office/officeart/2024/3/layout/verticalVisualTextBlock1"/>
    <dgm:cxn modelId="{EF907748-3DA1-49C2-AE71-E18F8F4E88F6}" type="presParOf" srcId="{D75DADA9-73FF-402D-B3D6-DCB8EB57AAE5}" destId="{9B84766A-6C59-45CC-A2FD-FE186CBE674C}" srcOrd="3" destOrd="0" presId="urn:microsoft.com/office/officeart/2024/3/layout/verticalVisualTextBlock1"/>
    <dgm:cxn modelId="{8F7B4A6D-F51E-43B4-B8AC-07A08FB5236E}" type="presParOf" srcId="{D75DADA9-73FF-402D-B3D6-DCB8EB57AAE5}" destId="{9D8A2F0E-7DF3-4904-B3BD-6D386B4089F5}" srcOrd="4" destOrd="0" presId="urn:microsoft.com/office/officeart/2024/3/layout/verticalVisualTextBlock1"/>
    <dgm:cxn modelId="{723C06C1-ADB2-4AD7-B71F-FE13513DEB4F}" type="presParOf" srcId="{9D8A2F0E-7DF3-4904-B3BD-6D386B4089F5}" destId="{CA3FADCA-1EAB-41C3-B650-0DB46290D2B1}" srcOrd="0" destOrd="0" presId="urn:microsoft.com/office/officeart/2024/3/layout/verticalVisualTextBlock1"/>
    <dgm:cxn modelId="{F43EABF9-1585-46D3-B878-7E0420578EAC}" type="presParOf" srcId="{9D8A2F0E-7DF3-4904-B3BD-6D386B4089F5}" destId="{E4F2336F-AEEB-44D8-8325-620B452FA8A0}" srcOrd="1" destOrd="0" presId="urn:microsoft.com/office/officeart/2024/3/layout/verticalVisualTextBlock1"/>
    <dgm:cxn modelId="{6D001C16-4084-4090-A1E5-E5CCE4BD147F}" type="presParOf" srcId="{9D8A2F0E-7DF3-4904-B3BD-6D386B4089F5}" destId="{86869F77-1C65-48FF-95C0-917AF228598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4009F-9DAB-4CEC-94F1-0329731C023E}">
      <dsp:nvSpPr>
        <dsp:cNvPr id="0" name=""/>
        <dsp:cNvSpPr/>
      </dsp:nvSpPr>
      <dsp:spPr>
        <a:xfrm>
          <a:off x="0" y="0"/>
          <a:ext cx="1362688" cy="136268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1328" r="22419" b="-6"/>
          <a:stretch/>
        </a:blipFill>
        <a:ln>
          <a:noFill/>
        </a:ln>
        <a:effectLst/>
      </dsp:spPr>
      <dsp:style>
        <a:lnRef idx="0">
          <a:scrgbClr r="0" g="0" b="0"/>
        </a:lnRef>
        <a:fillRef idx="3">
          <a:scrgbClr r="0" g="0" b="0"/>
        </a:fillRef>
        <a:effectRef idx="2">
          <a:scrgbClr r="0" g="0" b="0"/>
        </a:effectRef>
        <a:fontRef idx="minor">
          <a:schemeClr val="lt1"/>
        </a:fontRef>
      </dsp:style>
    </dsp:sp>
    <dsp:sp modelId="{31760DFE-4D74-490E-AD79-C8A37DEDB9E5}">
      <dsp:nvSpPr>
        <dsp:cNvPr id="0" name=""/>
        <dsp:cNvSpPr/>
      </dsp:nvSpPr>
      <dsp:spPr>
        <a:xfrm>
          <a:off x="1542688" y="0"/>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Current Tools and Limitations</a:t>
          </a:r>
        </a:p>
      </dsp:txBody>
      <dsp:txXfrm>
        <a:off x="1542688" y="0"/>
        <a:ext cx="8514330" cy="340610"/>
      </dsp:txXfrm>
    </dsp:sp>
    <dsp:sp modelId="{8A29FA8E-89D5-4B5E-AE10-AA101663D632}">
      <dsp:nvSpPr>
        <dsp:cNvPr id="0" name=""/>
        <dsp:cNvSpPr/>
      </dsp:nvSpPr>
      <dsp:spPr>
        <a:xfrm>
          <a:off x="1542688" y="340610"/>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err="1"/>
            <a:t>TechGRC</a:t>
          </a:r>
          <a:r>
            <a:rPr lang="en-US" sz="1400" kern="1200"/>
            <a:t> leverage </a:t>
          </a:r>
          <a:r>
            <a:rPr lang="en-US" sz="1400" kern="1200" err="1"/>
            <a:t>Paramify</a:t>
          </a:r>
          <a:r>
            <a:rPr lang="en-US" sz="1400" kern="1200"/>
            <a:t>; but </a:t>
          </a:r>
          <a:r>
            <a:rPr lang="en-US" sz="1400" kern="1200" err="1"/>
            <a:t>Paramify</a:t>
          </a:r>
          <a:r>
            <a:rPr lang="en-US" sz="1400" kern="1200"/>
            <a:t> supports only FedRAMP, limiting broader compliance coverage.</a:t>
          </a:r>
        </a:p>
      </dsp:txBody>
      <dsp:txXfrm>
        <a:off x="1542688" y="340610"/>
        <a:ext cx="8514330" cy="1022078"/>
      </dsp:txXfrm>
    </dsp:sp>
    <dsp:sp modelId="{A5E7F272-6387-4EF9-A67F-5592C2715371}">
      <dsp:nvSpPr>
        <dsp:cNvPr id="0" name=""/>
        <dsp:cNvSpPr/>
      </dsp:nvSpPr>
      <dsp:spPr>
        <a:xfrm>
          <a:off x="0" y="1471704"/>
          <a:ext cx="1362688" cy="136268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6568" r="26686" b="6"/>
          <a:stretch/>
        </a:blipFill>
        <a:ln>
          <a:noFill/>
        </a:ln>
        <a:effectLst/>
      </dsp:spPr>
      <dsp:style>
        <a:lnRef idx="0">
          <a:scrgbClr r="0" g="0" b="0"/>
        </a:lnRef>
        <a:fillRef idx="3">
          <a:scrgbClr r="0" g="0" b="0"/>
        </a:fillRef>
        <a:effectRef idx="2">
          <a:scrgbClr r="0" g="0" b="0"/>
        </a:effectRef>
        <a:fontRef idx="minor">
          <a:schemeClr val="lt1"/>
        </a:fontRef>
      </dsp:style>
    </dsp:sp>
    <dsp:sp modelId="{4FC78ACD-37A2-4DCB-B364-6A4A0BF1BBC7}">
      <dsp:nvSpPr>
        <dsp:cNvPr id="0" name=""/>
        <dsp:cNvSpPr/>
      </dsp:nvSpPr>
      <dsp:spPr>
        <a:xfrm>
          <a:off x="1542688" y="1471704"/>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Manual Documentation Challenges</a:t>
          </a:r>
        </a:p>
      </dsp:txBody>
      <dsp:txXfrm>
        <a:off x="1542688" y="1471704"/>
        <a:ext cx="8514330" cy="340610"/>
      </dsp:txXfrm>
    </dsp:sp>
    <dsp:sp modelId="{E1B9151E-22D8-489A-A807-4FE419FEBC6A}">
      <dsp:nvSpPr>
        <dsp:cNvPr id="0" name=""/>
        <dsp:cNvSpPr/>
      </dsp:nvSpPr>
      <dsp:spPr>
        <a:xfrm>
          <a:off x="1542688" y="1812314"/>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Compliance processes rely on spreadsheets and word processors, causing slow and error-prone documentation.</a:t>
          </a:r>
        </a:p>
      </dsp:txBody>
      <dsp:txXfrm>
        <a:off x="1542688" y="1812314"/>
        <a:ext cx="8514330" cy="1022078"/>
      </dsp:txXfrm>
    </dsp:sp>
    <dsp:sp modelId="{CA3FADCA-1EAB-41C3-B650-0DB46290D2B1}">
      <dsp:nvSpPr>
        <dsp:cNvPr id="0" name=""/>
        <dsp:cNvSpPr/>
      </dsp:nvSpPr>
      <dsp:spPr>
        <a:xfrm>
          <a:off x="0" y="2943408"/>
          <a:ext cx="1362688" cy="136268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113" r="11882" b="-6"/>
          <a:stretch/>
        </a:blipFill>
        <a:ln>
          <a:noFill/>
        </a:ln>
        <a:effectLst/>
      </dsp:spPr>
      <dsp:style>
        <a:lnRef idx="0">
          <a:scrgbClr r="0" g="0" b="0"/>
        </a:lnRef>
        <a:fillRef idx="3">
          <a:scrgbClr r="0" g="0" b="0"/>
        </a:fillRef>
        <a:effectRef idx="2">
          <a:scrgbClr r="0" g="0" b="0"/>
        </a:effectRef>
        <a:fontRef idx="minor">
          <a:schemeClr val="lt1"/>
        </a:fontRef>
      </dsp:style>
    </dsp:sp>
    <dsp:sp modelId="{E4F2336F-AEEB-44D8-8325-620B452FA8A0}">
      <dsp:nvSpPr>
        <dsp:cNvPr id="0" name=""/>
        <dsp:cNvSpPr/>
      </dsp:nvSpPr>
      <dsp:spPr>
        <a:xfrm>
          <a:off x="1542688" y="2943408"/>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Need for Automation</a:t>
          </a:r>
        </a:p>
      </dsp:txBody>
      <dsp:txXfrm>
        <a:off x="1542688" y="2943408"/>
        <a:ext cx="8514330" cy="340610"/>
      </dsp:txXfrm>
    </dsp:sp>
    <dsp:sp modelId="{86869F77-1C65-48FF-95C0-917AF228598C}">
      <dsp:nvSpPr>
        <dsp:cNvPr id="0" name=""/>
        <dsp:cNvSpPr/>
      </dsp:nvSpPr>
      <dsp:spPr>
        <a:xfrm>
          <a:off x="1542688" y="3284018"/>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Lack of automation and multi-standard support results in operational overhead and delays in regulatory compliance.</a:t>
          </a:r>
        </a:p>
      </dsp:txBody>
      <dsp:txXfrm>
        <a:off x="1542688" y="3284018"/>
        <a:ext cx="8514330" cy="102207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12/15/2025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007380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of the Session</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744056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session aims to introduce a prototype compliance tool developed to address the growing need for OSCAL (Open Security Controls Assessment Language) adoption in Adobe's SSA implementations. The tool was initially designed to convert Excel inputs into OSCAL outputs but has evolved into a comprehensive solution for compliance tracking and control documentation management. The purpose is to demonstrate its capabilities, explain the strategic importance of OSCAL, and seek leadership input on whether to integrate internally or contribute to the open-source community. This initiative aligns with Adobe's commitment to regulatory compliance and operational excellence, ensuring that SSA implementations across regions meet stringent standards efficiently and effectively.</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889329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152642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354844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E47FA-7465-DD30-2468-BAE29CD10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FFACF-E8BA-2F43-0043-8767CDE1A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D0E6C-72BF-08C3-13F6-884F24881B98}"/>
              </a:ext>
            </a:extLst>
          </p:cNvPr>
          <p:cNvSpPr>
            <a:spLocks noGrp="1"/>
          </p:cNvSpPr>
          <p:nvPr>
            <p:ph type="body" idx="1"/>
          </p:nvPr>
        </p:nvSpPr>
        <p:spPr/>
        <p:txBody>
          <a:bodyPr/>
          <a:lstStyle/>
          <a:p>
            <a:r>
              <a:rPr lang="en-US"/>
              <a:t>This slide references information from the following file: https://</a:t>
            </a:r>
            <a:r>
              <a:rPr lang="en-US" err="1"/>
              <a:t>pages.nist.gov</a:t>
            </a:r>
            <a:r>
              <a:rPr lang="en-US"/>
              <a:t>/OSCAL/,https://</a:t>
            </a:r>
            <a:r>
              <a:rPr lang="en-US" err="1"/>
              <a:t>fedtechmagazine.com</a:t>
            </a:r>
            <a:r>
              <a:rPr lang="en-US"/>
              <a:t>/article/2025/02/what-is-</a:t>
            </a:r>
            <a:r>
              <a:rPr lang="en-US" err="1"/>
              <a:t>oscal</a:t>
            </a:r>
            <a:r>
              <a:rPr lang="en-US"/>
              <a:t>-</a:t>
            </a:r>
            <a:r>
              <a:rPr lang="en-US" err="1"/>
              <a:t>perfcon,https</a:t>
            </a:r>
            <a:r>
              <a:rPr lang="en-US"/>
              <a:t>://</a:t>
            </a:r>
            <a:r>
              <a:rPr lang="en-US" err="1"/>
              <a:t>securityboulevard.com</a:t>
            </a:r>
            <a:r>
              <a:rPr lang="en-US"/>
              <a:t>/2024/12/leveraging-nist-oscal-to-provide-compliance-automation-the-complete-guide/
What is OSCAL and Why It Matters
</a:t>
            </a:r>
          </a:p>
        </p:txBody>
      </p:sp>
      <p:sp>
        <p:nvSpPr>
          <p:cNvPr id="4" name="Slide Number Placeholder 3">
            <a:extLst>
              <a:ext uri="{FF2B5EF4-FFF2-40B4-BE49-F238E27FC236}">
                <a16:creationId xmlns:a16="http://schemas.microsoft.com/office/drawing/2014/main" id="{A45C2050-8A29-4242-F8FA-B8F66D22C0E9}"/>
              </a:ext>
            </a:extLst>
          </p:cNvPr>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805832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D4B2-8552-57DF-74D8-3D312E6E6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3EDBC-AA8E-B08D-AB08-9661F030E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9A633-DF81-62D4-3CF6-CB2589A56171}"/>
              </a:ext>
            </a:extLst>
          </p:cNvPr>
          <p:cNvSpPr>
            <a:spLocks noGrp="1"/>
          </p:cNvSpPr>
          <p:nvPr>
            <p:ph type="body" idx="1"/>
          </p:nvPr>
        </p:nvSpPr>
        <p:spPr/>
        <p:txBody>
          <a:bodyPr/>
          <a:lstStyle/>
          <a:p>
            <a:r>
              <a:rPr lang="en-US"/>
              <a:t>This slide references information from the following file: https://</a:t>
            </a:r>
            <a:r>
              <a:rPr lang="en-US" err="1"/>
              <a:t>pages.nist.gov</a:t>
            </a:r>
            <a:r>
              <a:rPr lang="en-US"/>
              <a:t>/OSCAL/,https://</a:t>
            </a:r>
            <a:r>
              <a:rPr lang="en-US" err="1"/>
              <a:t>fedtechmagazine.com</a:t>
            </a:r>
            <a:r>
              <a:rPr lang="en-US"/>
              <a:t>/article/2025/02/what-is-</a:t>
            </a:r>
            <a:r>
              <a:rPr lang="en-US" err="1"/>
              <a:t>oscal</a:t>
            </a:r>
            <a:r>
              <a:rPr lang="en-US"/>
              <a:t>-</a:t>
            </a:r>
            <a:r>
              <a:rPr lang="en-US" err="1"/>
              <a:t>perfcon,https</a:t>
            </a:r>
            <a:r>
              <a:rPr lang="en-US"/>
              <a:t>://</a:t>
            </a:r>
            <a:r>
              <a:rPr lang="en-US" err="1"/>
              <a:t>securityboulevard.com</a:t>
            </a:r>
            <a:r>
              <a:rPr lang="en-US"/>
              <a:t>/2024/12/leveraging-nist-oscal-to-provide-compliance-automation-the-complete-guide/
OSCAL, or Open Security Controls Assessment Language, is a NIST-led initiative designed to modernize and automate security and compliance processes. It provides machine-readable formats such as XML, JSON, and YAML to represent security controls and compliance data. This approach replaces traditional manual documentation methods, reducing audit durations from months to minutes, minimizing human error, and enabling automation. OSCAL supports interoperability across tools and frameworks, making compliance processes more efficient and scalable. Its adoption is driven by regulatory bodies like FedRAMP and is expected to become a global standard for compliance automation. By transitioning to OSCAL, organizations can streamline workflows, maintain up-to-date control information, and automate monitoring and assessment of system security posture. This positions Adobe to lead in compliance innovation and meet evolving regulatory requirements with agility.
</a:t>
            </a:r>
          </a:p>
        </p:txBody>
      </p:sp>
      <p:sp>
        <p:nvSpPr>
          <p:cNvPr id="4" name="Slide Number Placeholder 3">
            <a:extLst>
              <a:ext uri="{FF2B5EF4-FFF2-40B4-BE49-F238E27FC236}">
                <a16:creationId xmlns:a16="http://schemas.microsoft.com/office/drawing/2014/main" id="{3AA62074-B37A-9C34-AA79-AF0539CA08A3}"/>
              </a:ext>
            </a:extLst>
          </p:cNvPr>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56857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Compliance Management Approach</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4067187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Adobe currently uses </a:t>
            </a:r>
            <a:r>
              <a:rPr lang="en-US" err="1"/>
              <a:t>TechGRC</a:t>
            </a:r>
            <a:r>
              <a:rPr lang="en-US"/>
              <a:t> for governance and risk management and has consulted </a:t>
            </a:r>
            <a:r>
              <a:rPr lang="en-US" err="1"/>
              <a:t>Paramify</a:t>
            </a:r>
            <a:r>
              <a:rPr lang="en-US"/>
              <a:t> for OSCAL support. However, </a:t>
            </a:r>
            <a:r>
              <a:rPr lang="en-US" err="1"/>
              <a:t>Paramify's</a:t>
            </a:r>
            <a:r>
              <a:rPr lang="en-US"/>
              <a:t> capabilities are limited to FedRAMP standards and do not extend to other frameworks. Compliance documentation processes largely rely on manual methods, such as spreadsheets and word processors, which are time-consuming and prone to errors. These limitations hinder scalability and efficiency, especially as SSA implementations expand globally. The lack of automation and multi-standard support creates operational overhead and delays in meeting regulatory requirements. This context underscores the need for a more robust, automated solution that can handle diverse compliance frameworks and streamline documentation processes.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422829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Pain Points in Current Process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698976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primary challenges include limited support for compliance standards beyond FedRAMP, excessive manual effort in generating SSP and </a:t>
            </a:r>
            <a:r>
              <a:rPr lang="en-US" err="1"/>
              <a:t>SoA</a:t>
            </a:r>
            <a:r>
              <a:rPr lang="en-US"/>
              <a:t> documents, and lack of automation for ongoing compliance tracking. These issues result in inefficiencies, increased risk of human error, and difficulty scaling compliance processes for multiple SSA implementations across regions. Additionally, the absence of integrated tools for managing control documentation and assessments creates gaps in traceability and consistency. Addressing these challenges is critical to maintaining Adobe's leadership in regulatory compliance and ensuring timely delivery of secure solutions to customers.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1525576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7BDA9-4E2B-940C-A24D-4C626F399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C6A78-C63B-4915-98A3-29A24ABE0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4E007-0A28-C8D0-23C0-DF9A7E511EC1}"/>
              </a:ext>
            </a:extLst>
          </p:cNvPr>
          <p:cNvSpPr>
            <a:spLocks noGrp="1"/>
          </p:cNvSpPr>
          <p:nvPr>
            <p:ph type="body" idx="1"/>
          </p:nvPr>
        </p:nvSpPr>
        <p:spPr/>
        <p:txBody>
          <a:bodyPr/>
          <a:lstStyle/>
          <a:p>
            <a:r>
              <a:rPr lang="en-AU" b="1"/>
              <a:t>High manual effort</a:t>
            </a:r>
            <a:r>
              <a:rPr lang="en-AU"/>
              <a:t>: Updating ACSC ISM documentation requires ~100 person-days annually across multiple teams.</a:t>
            </a:r>
          </a:p>
          <a:p>
            <a:r>
              <a:rPr lang="en-AU" b="1"/>
              <a:t>Frequent regulatory changes</a:t>
            </a:r>
            <a:r>
              <a:rPr lang="en-AU"/>
              <a:t>: Quarterly updates from Australian Government agencies create constant workload pressure.</a:t>
            </a:r>
          </a:p>
          <a:p>
            <a:r>
              <a:rPr lang="en-AU" b="1"/>
              <a:t>Point-in-time assessments</a:t>
            </a:r>
            <a:r>
              <a:rPr lang="en-AU"/>
              <a:t>: Current approach focuses on snapshot compliance rather than continuous assurance.</a:t>
            </a:r>
          </a:p>
          <a:p>
            <a:r>
              <a:rPr lang="en-AU" b="1"/>
              <a:t>Limited transparency</a:t>
            </a:r>
            <a:r>
              <a:rPr lang="en-AU"/>
              <a:t>: Manual processes make it hard to track changes and demonstrate compliance effectively.</a:t>
            </a:r>
          </a:p>
          <a:p>
            <a:r>
              <a:rPr lang="en-AU" b="1"/>
              <a:t>Risk of inaccuracies</a:t>
            </a:r>
            <a:r>
              <a:rPr lang="en-AU"/>
              <a:t>: Manual documentation increases chances of errors and inconsistencies.</a:t>
            </a:r>
          </a:p>
          <a:p>
            <a:r>
              <a:rPr lang="en-AU" b="1"/>
              <a:t>Resource drain</a:t>
            </a:r>
            <a:r>
              <a:rPr lang="en-AU"/>
              <a:t>: Skilled staff spend significant time on repetitive documentation instead of higher-value tasks.</a:t>
            </a:r>
            <a:endParaRPr lang="en-US"/>
          </a:p>
        </p:txBody>
      </p:sp>
      <p:sp>
        <p:nvSpPr>
          <p:cNvPr id="4" name="Slide Number Placeholder 3">
            <a:extLst>
              <a:ext uri="{FF2B5EF4-FFF2-40B4-BE49-F238E27FC236}">
                <a16:creationId xmlns:a16="http://schemas.microsoft.com/office/drawing/2014/main" id="{1B6DEBEB-E2B2-725F-7E6B-31C651738F3A}"/>
              </a:ext>
            </a:extLst>
          </p:cNvPr>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895484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references information from the following file: https://</a:t>
            </a:r>
            <a:r>
              <a:rPr lang="en-US" err="1"/>
              <a:t>securityboulevard.com</a:t>
            </a:r>
            <a:r>
              <a:rPr lang="en-US"/>
              <a:t>/2024/12/leveraging-nist-oscal-to-provide-compliance-automation-the-complete-guide/,https://</a:t>
            </a:r>
            <a:r>
              <a:rPr lang="en-US" err="1"/>
              <a:t>www.ignyteplatform.com</a:t>
            </a:r>
            <a:r>
              <a:rPr lang="en-US"/>
              <a:t>/blog/compliance/what-</a:t>
            </a:r>
            <a:r>
              <a:rPr lang="en-US" err="1"/>
              <a:t>oscal</a:t>
            </a:r>
            <a:r>
              <a:rPr lang="en-US"/>
              <a:t>-why-matter/
Opportunities with OSCAL Adoption
</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665179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references information from the following file: https://</a:t>
            </a:r>
            <a:r>
              <a:rPr lang="en-US" err="1"/>
              <a:t>securityboulevard.com</a:t>
            </a:r>
            <a:r>
              <a:rPr lang="en-US"/>
              <a:t>/2024/12/leveraging-nist-oscal-to-provide-compliance-automation-the-complete-guide/,https://</a:t>
            </a:r>
            <a:r>
              <a:rPr lang="en-US" err="1"/>
              <a:t>www.ignyteplatform.com</a:t>
            </a:r>
            <a:r>
              <a:rPr lang="en-US"/>
              <a:t>/blog/compliance/what-</a:t>
            </a:r>
            <a:r>
              <a:rPr lang="en-US" err="1"/>
              <a:t>oscal</a:t>
            </a:r>
            <a:r>
              <a:rPr lang="en-US"/>
              <a:t>-why-matter/
Adopting OSCAL offers significant benefits, including automation of SSP and </a:t>
            </a:r>
            <a:r>
              <a:rPr lang="en-US" err="1"/>
              <a:t>SoA</a:t>
            </a:r>
            <a:r>
              <a:rPr lang="en-US"/>
              <a:t> generation, continuous compliance tracking, and improved accuracy in documentation. It reduces operational overhead by eliminating manual processes and enables faster, higher-quality assessments. The tool prototype developed internally demonstrates potential for integration into Adobe's compliance workflows and could also contribute to the open-source community, enhancing industry-wide adoption. Future enhancements may include support for multiple standards, integration with existing governance tools, and advanced features for real-time compliance monitoring. These capabilities will position Adobe as a leader in compliance automation and strengthen its ability to meet global regulatory requirements efficiently.
</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2349074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references information from the following file: https://</a:t>
            </a:r>
            <a:r>
              <a:rPr lang="en-US" err="1"/>
              <a:t>pages.nist.gov</a:t>
            </a:r>
            <a:r>
              <a:rPr lang="en-US"/>
              <a:t>/OSCAL/contribute/roadmap/,https://</a:t>
            </a:r>
            <a:r>
              <a:rPr lang="en-US" err="1"/>
              <a:t>www.nist.gov</a:t>
            </a:r>
            <a:r>
              <a:rPr lang="en-US"/>
              <a:t>/document/presentation-what-</a:t>
            </a:r>
            <a:r>
              <a:rPr lang="en-US" err="1"/>
              <a:t>oscal</a:t>
            </a:r>
            <a:r>
              <a:rPr lang="en-US"/>
              <a:t>-and-who-needs-it
Strategic Importance for Adobe
</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495536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references information from the following file: https://</a:t>
            </a:r>
            <a:r>
              <a:rPr lang="en-US" err="1"/>
              <a:t>pages.nist.gov</a:t>
            </a:r>
            <a:r>
              <a:rPr lang="en-US"/>
              <a:t>/OSCAL/contribute/roadmap/,https://</a:t>
            </a:r>
            <a:r>
              <a:rPr lang="en-US" err="1"/>
              <a:t>www.nist.gov</a:t>
            </a:r>
            <a:r>
              <a:rPr lang="en-US"/>
              <a:t>/document/presentation-what-</a:t>
            </a:r>
            <a:r>
              <a:rPr lang="en-US" err="1"/>
              <a:t>oscal</a:t>
            </a:r>
            <a:r>
              <a:rPr lang="en-US"/>
              <a:t>-and-who-needs-it
Investment in OSCAL-based solutions is crucial as regulatory bodies increasingly mandate OSCAL formats for compliance documentation. This trend is evident in frameworks like FedRAMP and Singapore IM8, which require SSP and </a:t>
            </a:r>
            <a:r>
              <a:rPr lang="en-US" err="1"/>
              <a:t>SoA</a:t>
            </a:r>
            <a:r>
              <a:rPr lang="en-US"/>
              <a:t> in OSCAL format. By adopting OSCAL, Adobe can ensure compliance with these standards, reduce audit timelines, and improve operational efficiency. Furthermore, it positions Adobe as an innovator in compliance automation, enhancing its reputation and competitive advantage. The ability to scale compliance processes globally while maintaining accuracy and transparency will support Adobe's strategic objectives and safeguard its multi-billion-dollar portfolio against regulatory risks.
</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1215856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Prototype Overview and Action Plan</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579680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prototype tool can be explored at https://</a:t>
            </a:r>
            <a:r>
              <a:rPr lang="en-US" err="1"/>
              <a:t>keekar.ddns.net</a:t>
            </a:r>
            <a:r>
              <a:rPr lang="en-US"/>
              <a:t>/. It currently supports conversion of compliance data into OSCAL format and offers features for ongoing compliance tracking and control documentation management. Next steps include organizing a leadership review session to gather feedback, deciding on internal integration versus open-source contribution, and planning a roadmap for SSA compliance automation. This initiative will require collaboration across AMS leadership to align on priorities and resource allocation. The goal is to leverage this tool to enhance compliance efficiency, reduce operational risks, and support Adobe's global regulatory commitments.</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2057601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E6D93-A34E-8124-0EDB-D78C9851E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82B46-734D-7DEA-0AA5-B708ABAF3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53CE-C8C6-D931-04A8-EBE6840DDCE2}"/>
              </a:ext>
            </a:extLst>
          </p:cNvPr>
          <p:cNvSpPr>
            <a:spLocks noGrp="1"/>
          </p:cNvSpPr>
          <p:nvPr>
            <p:ph type="body" idx="1"/>
          </p:nvPr>
        </p:nvSpPr>
        <p:spPr/>
        <p:txBody>
          <a:bodyPr/>
          <a:lstStyle/>
          <a:p>
            <a:r>
              <a:rPr lang="en-US"/>
              <a:t>Prototype Overview and Action Plan</a:t>
            </a:r>
          </a:p>
        </p:txBody>
      </p:sp>
      <p:sp>
        <p:nvSpPr>
          <p:cNvPr id="4" name="Slide Number Placeholder 3">
            <a:extLst>
              <a:ext uri="{FF2B5EF4-FFF2-40B4-BE49-F238E27FC236}">
                <a16:creationId xmlns:a16="http://schemas.microsoft.com/office/drawing/2014/main" id="{90E2A748-9914-DEEC-69B4-8F72F17F591C}"/>
              </a:ext>
            </a:extLst>
          </p:cNvPr>
          <p:cNvSpPr>
            <a:spLocks noGrp="1"/>
          </p:cNvSpPr>
          <p:nvPr>
            <p:ph type="sldNum" sz="quarter" idx="5"/>
          </p:nvPr>
        </p:nvSpPr>
        <p:spPr/>
        <p:txBody>
          <a:bodyPr/>
          <a:lstStyle/>
          <a:p>
            <a:fld id="{38EFF46E-6B43-41F9-9272-B566D03A251C}" type="slidenum">
              <a:rPr lang="en-US" smtClean="0"/>
              <a:t>19</a:t>
            </a:fld>
            <a:endParaRPr lang="en-US"/>
          </a:p>
        </p:txBody>
      </p:sp>
    </p:spTree>
    <p:extLst>
      <p:ext uri="{BB962C8B-B14F-4D97-AF65-F5344CB8AC3E}">
        <p14:creationId xmlns:p14="http://schemas.microsoft.com/office/powerpoint/2010/main" val="1408450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68BF-01CB-A227-9BAC-CF83D17EA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89D5A-36FF-C715-5638-628CBD4D6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DDFE3-B068-F83E-46E9-0CCFA3AD8B24}"/>
              </a:ext>
            </a:extLst>
          </p:cNvPr>
          <p:cNvSpPr>
            <a:spLocks noGrp="1"/>
          </p:cNvSpPr>
          <p:nvPr>
            <p:ph type="body" idx="1"/>
          </p:nvPr>
        </p:nvSpPr>
        <p:spPr/>
        <p:txBody>
          <a:bodyPr/>
          <a:lstStyle/>
          <a:p>
            <a:r>
              <a:rPr lang="en-US"/>
              <a:t>This slide references information from the following file: https://</a:t>
            </a:r>
            <a:r>
              <a:rPr lang="en-US" err="1"/>
              <a:t>pages.nist.gov</a:t>
            </a:r>
            <a:r>
              <a:rPr lang="en-US"/>
              <a:t>/OSCAL/contribute/roadmap/,https://</a:t>
            </a:r>
            <a:r>
              <a:rPr lang="en-US" err="1"/>
              <a:t>www.nist.gov</a:t>
            </a:r>
            <a:r>
              <a:rPr lang="en-US"/>
              <a:t>/document/presentation-what-</a:t>
            </a:r>
            <a:r>
              <a:rPr lang="en-US" err="1"/>
              <a:t>oscal</a:t>
            </a:r>
            <a:r>
              <a:rPr lang="en-US"/>
              <a:t>-and-who-needs-it
Investment in OSCAL-based solutions is crucial as regulatory bodies increasingly mandate OSCAL formats for compliance documentation. This trend is evident in frameworks like FedRAMP and Singapore IM8, which require SSP and </a:t>
            </a:r>
            <a:r>
              <a:rPr lang="en-US" err="1"/>
              <a:t>SoA</a:t>
            </a:r>
            <a:r>
              <a:rPr lang="en-US"/>
              <a:t> in OSCAL format. By adopting OSCAL, Adobe can ensure compliance with these standards, reduce audit timelines, and improve operational efficiency. Furthermore, it positions Adobe as an innovator in compliance automation, enhancing its reputation and competitive advantage. The ability to scale compliance processes globally while maintaining accuracy and transparency will support Adobe's strategic objectives and safeguard its multi-billion-dollar portfolio against regulatory risks.
</a:t>
            </a:r>
          </a:p>
        </p:txBody>
      </p:sp>
      <p:sp>
        <p:nvSpPr>
          <p:cNvPr id="4" name="Slide Number Placeholder 3">
            <a:extLst>
              <a:ext uri="{FF2B5EF4-FFF2-40B4-BE49-F238E27FC236}">
                <a16:creationId xmlns:a16="http://schemas.microsoft.com/office/drawing/2014/main" id="{3D73362E-BDD4-4A83-F59C-BB316CC43A4A}"/>
              </a:ext>
            </a:extLst>
          </p:cNvPr>
          <p:cNvSpPr>
            <a:spLocks noGrp="1"/>
          </p:cNvSpPr>
          <p:nvPr>
            <p:ph type="sldNum" sz="quarter" idx="5"/>
          </p:nvPr>
        </p:nvSpPr>
        <p:spPr/>
        <p:txBody>
          <a:bodyPr/>
          <a:lstStyle/>
          <a:p>
            <a:fld id="{38EFF46E-6B43-41F9-9272-B566D03A251C}" type="slidenum">
              <a:rPr lang="en-US" smtClean="0"/>
              <a:t>20</a:t>
            </a:fld>
            <a:endParaRPr lang="en-US"/>
          </a:p>
        </p:txBody>
      </p:sp>
    </p:spTree>
    <p:extLst>
      <p:ext uri="{BB962C8B-B14F-4D97-AF65-F5344CB8AC3E}">
        <p14:creationId xmlns:p14="http://schemas.microsoft.com/office/powerpoint/2010/main" val="2621880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2954-A181-16F7-5348-A02304840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DE762-490C-44D5-7FE8-3B71952BC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BF285-506A-3704-8542-E446AC4E80D7}"/>
              </a:ext>
            </a:extLst>
          </p:cNvPr>
          <p:cNvSpPr>
            <a:spLocks noGrp="1"/>
          </p:cNvSpPr>
          <p:nvPr>
            <p:ph type="body" idx="1"/>
          </p:nvPr>
        </p:nvSpPr>
        <p:spPr/>
        <p:txBody>
          <a:bodyPr/>
          <a:lstStyle/>
          <a:p>
            <a:r>
              <a:rPr lang="en-US"/>
              <a:t>Prototype Overview and Action Plan</a:t>
            </a:r>
          </a:p>
        </p:txBody>
      </p:sp>
      <p:sp>
        <p:nvSpPr>
          <p:cNvPr id="4" name="Slide Number Placeholder 3">
            <a:extLst>
              <a:ext uri="{FF2B5EF4-FFF2-40B4-BE49-F238E27FC236}">
                <a16:creationId xmlns:a16="http://schemas.microsoft.com/office/drawing/2014/main" id="{BF04AB08-8991-BD2B-2AB8-BCD67BB437F7}"/>
              </a:ext>
            </a:extLst>
          </p:cNvPr>
          <p:cNvSpPr>
            <a:spLocks noGrp="1"/>
          </p:cNvSpPr>
          <p:nvPr>
            <p:ph type="sldNum" sz="quarter" idx="5"/>
          </p:nvPr>
        </p:nvSpPr>
        <p:spPr/>
        <p:txBody>
          <a:bodyPr/>
          <a:lstStyle/>
          <a:p>
            <a:fld id="{38EFF46E-6B43-41F9-9272-B566D03A251C}" type="slidenum">
              <a:rPr lang="en-US" smtClean="0"/>
              <a:t>21</a:t>
            </a:fld>
            <a:endParaRPr lang="en-US"/>
          </a:p>
        </p:txBody>
      </p:sp>
    </p:spTree>
    <p:extLst>
      <p:ext uri="{BB962C8B-B14F-4D97-AF65-F5344CB8AC3E}">
        <p14:creationId xmlns:p14="http://schemas.microsoft.com/office/powerpoint/2010/main" val="40820541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5101-598B-35FE-4DE0-586F34812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66969-9AD4-A413-07F0-E3F14179D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97BDD-302B-15B9-16C0-2299A8D9C267}"/>
              </a:ext>
            </a:extLst>
          </p:cNvPr>
          <p:cNvSpPr>
            <a:spLocks noGrp="1"/>
          </p:cNvSpPr>
          <p:nvPr>
            <p:ph type="body" idx="1"/>
          </p:nvPr>
        </p:nvSpPr>
        <p:spPr/>
        <p:txBody>
          <a:bodyPr/>
          <a:lstStyle/>
          <a:p>
            <a:r>
              <a:rPr lang="en-US"/>
              <a:t>Prototype Overview and Action Plan</a:t>
            </a:r>
          </a:p>
        </p:txBody>
      </p:sp>
      <p:sp>
        <p:nvSpPr>
          <p:cNvPr id="4" name="Slide Number Placeholder 3">
            <a:extLst>
              <a:ext uri="{FF2B5EF4-FFF2-40B4-BE49-F238E27FC236}">
                <a16:creationId xmlns:a16="http://schemas.microsoft.com/office/drawing/2014/main" id="{D330CCA6-5F4F-D758-FA25-9E9E0B3A787E}"/>
              </a:ext>
            </a:extLst>
          </p:cNvPr>
          <p:cNvSpPr>
            <a:spLocks noGrp="1"/>
          </p:cNvSpPr>
          <p:nvPr>
            <p:ph type="sldNum" sz="quarter" idx="5"/>
          </p:nvPr>
        </p:nvSpPr>
        <p:spPr/>
        <p:txBody>
          <a:bodyPr/>
          <a:lstStyle/>
          <a:p>
            <a:fld id="{38EFF46E-6B43-41F9-9272-B566D03A251C}" type="slidenum">
              <a:rPr lang="en-US" smtClean="0"/>
              <a:t>22</a:t>
            </a:fld>
            <a:endParaRPr lang="en-US"/>
          </a:p>
        </p:txBody>
      </p:sp>
    </p:spTree>
    <p:extLst>
      <p:ext uri="{BB962C8B-B14F-4D97-AF65-F5344CB8AC3E}">
        <p14:creationId xmlns:p14="http://schemas.microsoft.com/office/powerpoint/2010/main" val="1053858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356D-861B-1215-7331-E20866D6DD5E}"/>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bg2"/>
                </a:solidFill>
              </a:defRPr>
            </a:lvl1pPr>
          </a:lstStyle>
          <a:p>
            <a:pPr lvl="0"/>
            <a:r>
              <a:rPr lang="en-US"/>
              <a:t>Click to edit Master title style</a:t>
            </a:r>
          </a:p>
        </p:txBody>
      </p:sp>
      <p:sp>
        <p:nvSpPr>
          <p:cNvPr id="25" name="Subtitle 2">
            <a:extLst>
              <a:ext uri="{FF2B5EF4-FFF2-40B4-BE49-F238E27FC236}">
                <a16:creationId xmlns:a16="http://schemas.microsoft.com/office/drawing/2014/main" id="{88E6D8A1-0938-C004-DFF5-861B4F29A7E0}"/>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a:t>Click to edit Master subtitle style</a:t>
            </a:r>
          </a:p>
        </p:txBody>
      </p:sp>
      <p:sp>
        <p:nvSpPr>
          <p:cNvPr id="21" name="Slide Number Placeholder 4">
            <a:extLst>
              <a:ext uri="{FF2B5EF4-FFF2-40B4-BE49-F238E27FC236}">
                <a16:creationId xmlns:a16="http://schemas.microsoft.com/office/drawing/2014/main" id="{AF818358-7626-32BF-A8EE-D7F2254437C9}"/>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23" name="Footer Placeholder 3">
            <a:extLst>
              <a:ext uri="{FF2B5EF4-FFF2-40B4-BE49-F238E27FC236}">
                <a16:creationId xmlns:a16="http://schemas.microsoft.com/office/drawing/2014/main" id="{D3F4769D-055E-8E4B-290C-8F2608C0BC2A}"/>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22" name="Date Placeholder 2">
            <a:extLst>
              <a:ext uri="{FF2B5EF4-FFF2-40B4-BE49-F238E27FC236}">
                <a16:creationId xmlns:a16="http://schemas.microsoft.com/office/drawing/2014/main" id="{0D41ECE3-FEE0-363A-B425-E164A1E387C2}"/>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4F1AC263-88EE-42CC-B640-B12BA856CF71}" type="datetime1">
              <a:rPr lang="en-US" smtClean="0"/>
              <a:pPr/>
              <a:t>12/15/2025</a:t>
            </a:fld>
            <a:endParaRPr lang="en-US"/>
          </a:p>
        </p:txBody>
      </p:sp>
      <p:cxnSp>
        <p:nvCxnSpPr>
          <p:cNvPr id="3" name="Straight Connector 2">
            <a:extLst>
              <a:ext uri="{FF2B5EF4-FFF2-40B4-BE49-F238E27FC236}">
                <a16:creationId xmlns:a16="http://schemas.microsoft.com/office/drawing/2014/main" id="{C0BB8C89-2CB9-D0AC-4BEE-45516E5D6BC9}"/>
              </a:ext>
              <a:ext uri="{C183D7F6-B498-43B3-948B-1728B52AA6E4}">
                <adec:decorative xmlns:adec="http://schemas.microsoft.com/office/drawing/2017/decorative" val="1"/>
              </a:ext>
            </a:extLst>
          </p:cNvPr>
          <p:cNvCxnSpPr>
            <a:cxnSpLocks/>
          </p:cNvCxnSpPr>
          <p:nvPr userDrawn="1"/>
        </p:nvCxnSpPr>
        <p:spPr>
          <a:xfrm>
            <a:off x="837603"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2BB9B49-C556-E3F9-50C4-2234D42B33EE}"/>
              </a:ext>
            </a:extLst>
          </p:cNvPr>
          <p:cNvGrpSpPr/>
          <p:nvPr userDrawn="1"/>
        </p:nvGrpSpPr>
        <p:grpSpPr>
          <a:xfrm flipV="1">
            <a:off x="11078040" y="5402762"/>
            <a:ext cx="504370" cy="544340"/>
            <a:chOff x="10917026" y="837879"/>
            <a:chExt cx="513774" cy="554490"/>
          </a:xfrm>
        </p:grpSpPr>
        <p:sp>
          <p:nvSpPr>
            <p:cNvPr id="6" name="Graphic 12">
              <a:extLst>
                <a:ext uri="{FF2B5EF4-FFF2-40B4-BE49-F238E27FC236}">
                  <a16:creationId xmlns:a16="http://schemas.microsoft.com/office/drawing/2014/main" id="{2D2403BB-DBC2-5950-1D8D-A9B06705A69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accent2"/>
                </a:solidFill>
              </a:endParaRPr>
            </a:p>
          </p:txBody>
        </p:sp>
        <p:sp>
          <p:nvSpPr>
            <p:cNvPr id="7" name="Graphic 13">
              <a:extLst>
                <a:ext uri="{FF2B5EF4-FFF2-40B4-BE49-F238E27FC236}">
                  <a16:creationId xmlns:a16="http://schemas.microsoft.com/office/drawing/2014/main" id="{60777C9B-E021-0520-B2BB-40C161F4012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accent2"/>
                </a:solidFill>
              </a:endParaRPr>
            </a:p>
          </p:txBody>
        </p:sp>
        <p:sp>
          <p:nvSpPr>
            <p:cNvPr id="8" name="Graphic 15">
              <a:extLst>
                <a:ext uri="{FF2B5EF4-FFF2-40B4-BE49-F238E27FC236}">
                  <a16:creationId xmlns:a16="http://schemas.microsoft.com/office/drawing/2014/main" id="{0F00FD82-5228-F8A7-9CBF-83D3A5769FB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409B4F68-0D75-979D-862C-4BA915655EBC}"/>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166274F4-CACA-1807-4344-CC206113F33E}"/>
              </a:ext>
            </a:extLst>
          </p:cNvPr>
          <p:cNvSpPr>
            <a:spLocks noGrp="1"/>
          </p:cNvSpPr>
          <p:nvPr>
            <p:ph type="title"/>
          </p:nvPr>
        </p:nvSpPr>
        <p:spPr>
          <a:xfrm>
            <a:off x="1524000" y="731520"/>
            <a:ext cx="10069483" cy="951766"/>
          </a:xfrm>
        </p:spPr>
        <p:txBody>
          <a:bodyPr anchor="b">
            <a:noAutofit/>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12/15/2025</a:t>
            </a:fld>
            <a:endParaRPr lang="en-US"/>
          </a:p>
        </p:txBody>
      </p:sp>
      <p:sp>
        <p:nvSpPr>
          <p:cNvPr id="19" name="Content Placeholder 7">
            <a:extLst>
              <a:ext uri="{FF2B5EF4-FFF2-40B4-BE49-F238E27FC236}">
                <a16:creationId xmlns:a16="http://schemas.microsoft.com/office/drawing/2014/main" id="{2BE2C27D-A45C-D805-CEC9-BD1962E88A0D}"/>
              </a:ext>
            </a:extLst>
          </p:cNvPr>
          <p:cNvSpPr>
            <a:spLocks noGrp="1"/>
          </p:cNvSpPr>
          <p:nvPr>
            <p:ph sz="quarter" idx="14"/>
          </p:nvPr>
        </p:nvSpPr>
        <p:spPr>
          <a:xfrm>
            <a:off x="1523999" y="1865430"/>
            <a:ext cx="10057019"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D1CFF0-9AC5-8F85-8BE0-1D00D8B339D0}"/>
              </a:ext>
            </a:extLst>
          </p:cNvPr>
          <p:cNvGrpSpPr/>
          <p:nvPr userDrawn="1"/>
        </p:nvGrpSpPr>
        <p:grpSpPr>
          <a:xfrm flipV="1">
            <a:off x="11078040" y="5402762"/>
            <a:ext cx="504370" cy="544340"/>
            <a:chOff x="10917026" y="837879"/>
            <a:chExt cx="513774" cy="554490"/>
          </a:xfrm>
        </p:grpSpPr>
        <p:sp>
          <p:nvSpPr>
            <p:cNvPr id="12" name="Graphic 12">
              <a:extLst>
                <a:ext uri="{FF2B5EF4-FFF2-40B4-BE49-F238E27FC236}">
                  <a16:creationId xmlns:a16="http://schemas.microsoft.com/office/drawing/2014/main" id="{DCF6343F-2BDC-BAF8-8771-D8F827586EC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2FB9015E-5F4A-4EBB-F6F9-1AA06F9397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F86999F-09C8-4440-2B54-818C9F74E1E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1">
            <a:extLst>
              <a:ext uri="{FF2B5EF4-FFF2-40B4-BE49-F238E27FC236}">
                <a16:creationId xmlns:a16="http://schemas.microsoft.com/office/drawing/2014/main" id="{18819DB6-C4B9-EEAC-9439-99B46B52A9F7}"/>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tx2"/>
                </a:solidFill>
              </a:defRPr>
            </a:lvl1pPr>
          </a:lstStyle>
          <a:p>
            <a:pPr lvl="0"/>
            <a:r>
              <a:rPr lang="en-US"/>
              <a:t>Click to edit Master title style</a:t>
            </a:r>
          </a:p>
        </p:txBody>
      </p:sp>
      <p:sp>
        <p:nvSpPr>
          <p:cNvPr id="6" name="Subtitle 2">
            <a:extLst>
              <a:ext uri="{FF2B5EF4-FFF2-40B4-BE49-F238E27FC236}">
                <a16:creationId xmlns:a16="http://schemas.microsoft.com/office/drawing/2014/main" id="{E44E26EC-3B2F-89C4-929E-5B4C7D8E8C37}"/>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5" name="Slide Number Placeholder 4">
            <a:extLst>
              <a:ext uri="{FF2B5EF4-FFF2-40B4-BE49-F238E27FC236}">
                <a16:creationId xmlns:a16="http://schemas.microsoft.com/office/drawing/2014/main" id="{6AB9E877-9B18-A451-D98E-9CA0A584B78F}"/>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877CAE4-667F-32A6-E47D-42EFBEAAB6BC}"/>
              </a:ext>
            </a:extLst>
          </p:cNvPr>
          <p:cNvSpPr>
            <a:spLocks noGrp="1"/>
          </p:cNvSpPr>
          <p:nvPr>
            <p:ph type="ftr" sz="quarter" idx="11"/>
          </p:nvPr>
        </p:nvSpPr>
        <p:spPr>
          <a:xfrm>
            <a:off x="1524000" y="6343955"/>
            <a:ext cx="2805405" cy="365125"/>
          </a:xfrm>
        </p:spPr>
        <p:txBody>
          <a:bodyPr/>
          <a:lstStyle>
            <a:lvl1pPr>
              <a:defRPr>
                <a:solidFill>
                  <a:schemeClr val="bg1">
                    <a:lumMod val="65000"/>
                  </a:schemeClr>
                </a:solidFill>
              </a:defRPr>
            </a:lvl1pPr>
          </a:lstStyle>
          <a:p>
            <a:r>
              <a:rPr lang="en-US"/>
              <a:t>Sample Footer Text</a:t>
            </a:r>
          </a:p>
        </p:txBody>
      </p:sp>
      <p:sp>
        <p:nvSpPr>
          <p:cNvPr id="9" name="Date Placeholder 3">
            <a:extLst>
              <a:ext uri="{FF2B5EF4-FFF2-40B4-BE49-F238E27FC236}">
                <a16:creationId xmlns:a16="http://schemas.microsoft.com/office/drawing/2014/main" id="{27140891-D103-3E88-D570-8C8B20BA9F60}"/>
              </a:ext>
            </a:extLst>
          </p:cNvPr>
          <p:cNvSpPr>
            <a:spLocks noGrp="1"/>
          </p:cNvSpPr>
          <p:nvPr>
            <p:ph type="dt" sz="half" idx="10"/>
          </p:nvPr>
        </p:nvSpPr>
        <p:spPr>
          <a:xfrm>
            <a:off x="9379756" y="6343955"/>
            <a:ext cx="2202644" cy="365125"/>
          </a:xfrm>
        </p:spPr>
        <p:txBody>
          <a:bodyPr/>
          <a:lstStyle/>
          <a:p>
            <a:fld id="{9467FC12-63BB-4A63-9424-BFBF8E1D71D9}" type="datetime1">
              <a:rPr lang="en-US" smtClean="0"/>
              <a:t>12/15/2025</a:t>
            </a:fld>
            <a:endParaRPr lang="en-US"/>
          </a:p>
        </p:txBody>
      </p:sp>
      <p:cxnSp>
        <p:nvCxnSpPr>
          <p:cNvPr id="4" name="Straight Connector 3">
            <a:extLst>
              <a:ext uri="{FF2B5EF4-FFF2-40B4-BE49-F238E27FC236}">
                <a16:creationId xmlns:a16="http://schemas.microsoft.com/office/drawing/2014/main" id="{F703CA80-6DBA-3B73-6BFD-A60ABD65ECA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6E4F0D3D-A04C-F099-0546-411DF9406A39}"/>
              </a:ext>
            </a:extLst>
          </p:cNvPr>
          <p:cNvGrpSpPr/>
          <p:nvPr userDrawn="1"/>
        </p:nvGrpSpPr>
        <p:grpSpPr>
          <a:xfrm>
            <a:off x="11078040" y="685800"/>
            <a:ext cx="504370" cy="544340"/>
            <a:chOff x="10917026" y="837879"/>
            <a:chExt cx="513774" cy="554490"/>
          </a:xfrm>
        </p:grpSpPr>
        <p:sp>
          <p:nvSpPr>
            <p:cNvPr id="30" name="Graphic 12">
              <a:extLst>
                <a:ext uri="{FF2B5EF4-FFF2-40B4-BE49-F238E27FC236}">
                  <a16:creationId xmlns:a16="http://schemas.microsoft.com/office/drawing/2014/main" id="{EC673102-B70E-FEBF-D297-FC1C83D459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1" name="Graphic 13">
              <a:extLst>
                <a:ext uri="{FF2B5EF4-FFF2-40B4-BE49-F238E27FC236}">
                  <a16:creationId xmlns:a16="http://schemas.microsoft.com/office/drawing/2014/main" id="{0943C261-48FF-2C9A-8493-EA11792624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2" name="Graphic 15">
              <a:extLst>
                <a:ext uri="{FF2B5EF4-FFF2-40B4-BE49-F238E27FC236}">
                  <a16:creationId xmlns:a16="http://schemas.microsoft.com/office/drawing/2014/main" id="{322FF879-90E3-2ADF-6584-DD72AE6508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
        <p:nvSpPr>
          <p:cNvPr id="8" name="Title 1">
            <a:extLst>
              <a:ext uri="{FF2B5EF4-FFF2-40B4-BE49-F238E27FC236}">
                <a16:creationId xmlns:a16="http://schemas.microsoft.com/office/drawing/2014/main" id="{8CEC42AA-27BF-B007-BB04-09C8C9EC4AB7}"/>
              </a:ext>
            </a:extLst>
          </p:cNvPr>
          <p:cNvSpPr>
            <a:spLocks noGrp="1"/>
          </p:cNvSpPr>
          <p:nvPr>
            <p:ph type="ctrTitle"/>
          </p:nvPr>
        </p:nvSpPr>
        <p:spPr>
          <a:xfrm>
            <a:off x="693824" y="1821900"/>
            <a:ext cx="10058376" cy="2303329"/>
          </a:xfrm>
        </p:spPr>
        <p:txBody>
          <a:bodyPr vert="horz" lIns="91440" tIns="45720" rIns="91440" bIns="45720" rtlCol="0" anchor="b">
            <a:noAutofit/>
          </a:bodyPr>
          <a:lstStyle>
            <a:lvl1pPr>
              <a:defRPr lang="en-US" sz="8000" dirty="0">
                <a:solidFill>
                  <a:schemeClr val="bg2"/>
                </a:solidFill>
              </a:defRPr>
            </a:lvl1pPr>
          </a:lstStyle>
          <a:p>
            <a:pPr lvl="0"/>
            <a:r>
              <a:rPr lang="en-US"/>
              <a:t>Click to edit Master title style</a:t>
            </a:r>
          </a:p>
        </p:txBody>
      </p:sp>
      <p:sp>
        <p:nvSpPr>
          <p:cNvPr id="7" name="Subtitle 2">
            <a:extLst>
              <a:ext uri="{FF2B5EF4-FFF2-40B4-BE49-F238E27FC236}">
                <a16:creationId xmlns:a16="http://schemas.microsoft.com/office/drawing/2014/main" id="{2D02356A-0FAC-18A7-430E-172D662A1E14}"/>
              </a:ext>
            </a:extLst>
          </p:cNvPr>
          <p:cNvSpPr>
            <a:spLocks noGrp="1"/>
          </p:cNvSpPr>
          <p:nvPr>
            <p:ph type="subTitle" idx="1"/>
          </p:nvPr>
        </p:nvSpPr>
        <p:spPr>
          <a:xfrm>
            <a:off x="693824" y="4337220"/>
            <a:ext cx="8229593"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93824" y="6343955"/>
            <a:ext cx="2805405" cy="365125"/>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07A3B59-4DAC-4AFE-874D-3A86EC3801A0}" type="datetime1">
              <a:rPr lang="en-US" smtClean="0"/>
              <a:pPr/>
              <a:t>12/15/2025</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F20381-B525-83E1-04F7-7B2CE07C8F86}"/>
              </a:ext>
            </a:extLst>
          </p:cNvPr>
          <p:cNvGrpSpPr/>
          <p:nvPr userDrawn="1"/>
        </p:nvGrpSpPr>
        <p:grpSpPr>
          <a:xfrm flipV="1">
            <a:off x="11235202" y="5833131"/>
            <a:ext cx="504370" cy="544340"/>
            <a:chOff x="10917026" y="837879"/>
            <a:chExt cx="513774" cy="554490"/>
          </a:xfrm>
        </p:grpSpPr>
        <p:sp>
          <p:nvSpPr>
            <p:cNvPr id="5" name="Graphic 12">
              <a:extLst>
                <a:ext uri="{FF2B5EF4-FFF2-40B4-BE49-F238E27FC236}">
                  <a16:creationId xmlns:a16="http://schemas.microsoft.com/office/drawing/2014/main" id="{7C03E215-D7FC-6286-2AF6-55828447FF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F78CD9B1-F8B0-4A64-3456-A9A2295574F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D09C6E38-7F48-9E76-2E6D-10B4D1EA1CE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6" name="Rectangle 5">
            <a:extLst>
              <a:ext uri="{FF2B5EF4-FFF2-40B4-BE49-F238E27FC236}">
                <a16:creationId xmlns:a16="http://schemas.microsoft.com/office/drawing/2014/main" id="{826C3ACE-E549-485B-A39D-BBF7B6FABE4F}"/>
              </a:ext>
              <a:ext uri="{C183D7F6-B498-43B3-948B-1728B52AA6E4}">
                <adec:decorative xmlns:adec="http://schemas.microsoft.com/office/drawing/2017/decorative" val="1"/>
              </a:ext>
            </a:extLst>
          </p:cNvPr>
          <p:cNvSpPr/>
          <p:nvPr userDrawn="1"/>
        </p:nvSpPr>
        <p:spPr>
          <a:xfrm>
            <a:off x="0" y="0"/>
            <a:ext cx="12192000" cy="4343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1" y="4830149"/>
            <a:ext cx="9973455" cy="938784"/>
          </a:xfrm>
        </p:spPr>
        <p:txBody>
          <a:bodyPr vert="horz" lIns="91440" tIns="45720" rIns="91440" bIns="45720" rtlCol="0" anchor="b">
            <a:no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1" y="5799255"/>
            <a:ext cx="9973455" cy="457200"/>
          </a:xfrm>
        </p:spPr>
        <p:txBody>
          <a:bodyPr vert="horz" lIns="91440" tIns="45720" rIns="91440" bIns="45720" rtlCol="0">
            <a:noAutofit/>
          </a:bodyPr>
          <a:lstStyle>
            <a:lvl1pPr marL="0" indent="0">
              <a:buNone/>
              <a:defRPr lang="en-US" sz="2000"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B32704EA-8361-E841-02ED-F3025E8FF334}"/>
              </a:ext>
            </a:extLst>
          </p:cNvPr>
          <p:cNvSpPr>
            <a:spLocks noGrp="1"/>
          </p:cNvSpPr>
          <p:nvPr>
            <p:ph type="pic" sz="quarter" idx="16" hasCustomPrompt="1"/>
          </p:nvPr>
        </p:nvSpPr>
        <p:spPr>
          <a:xfrm>
            <a:off x="304800" y="304801"/>
            <a:ext cx="11582398" cy="371704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09600" y="6343955"/>
            <a:ext cx="2805405" cy="365125"/>
          </a:xfrm>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88334B-5C34-4E7E-A4B0-3A19575F6DD8}" type="datetime1">
              <a:rPr lang="en-US" smtClean="0"/>
              <a:t>12/15/2025</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BEC1D1-7F98-857F-E339-B3A2319EE6EA}"/>
              </a:ext>
              <a:ext uri="{C183D7F6-B498-43B3-948B-1728B52AA6E4}">
                <adec:decorative xmlns:adec="http://schemas.microsoft.com/office/drawing/2017/decorative" val="1"/>
              </a:ext>
            </a:extLst>
          </p:cNvPr>
          <p:cNvSpPr/>
          <p:nvPr userDrawn="1"/>
        </p:nvSpPr>
        <p:spPr>
          <a:xfrm>
            <a:off x="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9A38D88-7881-D4FF-5259-971983942C32}"/>
              </a:ext>
            </a:extLst>
          </p:cNvPr>
          <p:cNvSpPr>
            <a:spLocks noGrp="1"/>
          </p:cNvSpPr>
          <p:nvPr>
            <p:ph type="ctrTitle"/>
          </p:nvPr>
        </p:nvSpPr>
        <p:spPr>
          <a:xfrm>
            <a:off x="4267200" y="1769161"/>
            <a:ext cx="7284046" cy="2428125"/>
          </a:xfrm>
        </p:spPr>
        <p:txBody>
          <a:bodyPr vert="horz" lIns="91440" tIns="45720" rIns="91440" bIns="45720" rtlCol="0" anchor="b">
            <a:noAutofit/>
          </a:bodyPr>
          <a:lstStyle>
            <a:lvl1pPr>
              <a:defRPr lang="en-US" sz="6000" dirty="0">
                <a:solidFill>
                  <a:schemeClr val="tx2"/>
                </a:solidFill>
              </a:defRPr>
            </a:lvl1pPr>
          </a:lstStyle>
          <a:p>
            <a:pPr lvl="0"/>
            <a:r>
              <a:rPr lang="en-US"/>
              <a:t>Click to edit Master title style</a:t>
            </a:r>
          </a:p>
        </p:txBody>
      </p:sp>
      <p:sp>
        <p:nvSpPr>
          <p:cNvPr id="17" name="Subtitle 2">
            <a:extLst>
              <a:ext uri="{FF2B5EF4-FFF2-40B4-BE49-F238E27FC236}">
                <a16:creationId xmlns:a16="http://schemas.microsoft.com/office/drawing/2014/main" id="{D3DF9455-AAB1-80EB-CDF7-31CB3D9C4307}"/>
              </a:ext>
            </a:extLst>
          </p:cNvPr>
          <p:cNvSpPr>
            <a:spLocks noGrp="1"/>
          </p:cNvSpPr>
          <p:nvPr>
            <p:ph type="subTitle" idx="1"/>
          </p:nvPr>
        </p:nvSpPr>
        <p:spPr>
          <a:xfrm>
            <a:off x="4267200" y="4343400"/>
            <a:ext cx="7284046"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9" name="Picture Placeholder 19">
            <a:extLst>
              <a:ext uri="{FF2B5EF4-FFF2-40B4-BE49-F238E27FC236}">
                <a16:creationId xmlns:a16="http://schemas.microsoft.com/office/drawing/2014/main" id="{A4A48233-ADB1-E408-3C24-5E94AFF439AB}"/>
              </a:ext>
            </a:extLst>
          </p:cNvPr>
          <p:cNvSpPr>
            <a:spLocks noGrp="1"/>
          </p:cNvSpPr>
          <p:nvPr>
            <p:ph type="pic" sz="quarter" idx="13" hasCustomPrompt="1"/>
          </p:nvPr>
        </p:nvSpPr>
        <p:spPr>
          <a:xfrm>
            <a:off x="301752" y="301752"/>
            <a:ext cx="2749296" cy="625144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3" name="Footer Placeholder 4">
            <a:extLst>
              <a:ext uri="{FF2B5EF4-FFF2-40B4-BE49-F238E27FC236}">
                <a16:creationId xmlns:a16="http://schemas.microsoft.com/office/drawing/2014/main" id="{0FC87D7A-0527-A5E3-DEA8-D71F5745AAD8}"/>
              </a:ext>
            </a:extLst>
          </p:cNvPr>
          <p:cNvSpPr>
            <a:spLocks noGrp="1"/>
          </p:cNvSpPr>
          <p:nvPr>
            <p:ph type="ftr" sz="quarter" idx="11"/>
          </p:nvPr>
        </p:nvSpPr>
        <p:spPr>
          <a:xfrm>
            <a:off x="4267200" y="6343955"/>
            <a:ext cx="2100482" cy="365125"/>
          </a:xfrm>
        </p:spPr>
        <p:txBody>
          <a:bodyPr/>
          <a:lstStyle/>
          <a:p>
            <a:r>
              <a:rPr lang="en-US"/>
              <a:t>Sample Footer Text</a:t>
            </a:r>
          </a:p>
        </p:txBody>
      </p:sp>
      <p:sp>
        <p:nvSpPr>
          <p:cNvPr id="12" name="Date Placeholder 3">
            <a:extLst>
              <a:ext uri="{FF2B5EF4-FFF2-40B4-BE49-F238E27FC236}">
                <a16:creationId xmlns:a16="http://schemas.microsoft.com/office/drawing/2014/main" id="{EAFB5A47-E72D-BB4C-9268-E49FA4142890}"/>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12/15/2025</a:t>
            </a:fld>
            <a:endParaRPr lang="en-US"/>
          </a:p>
        </p:txBody>
      </p:sp>
      <p:sp>
        <p:nvSpPr>
          <p:cNvPr id="15" name="Slide Number Placeholder 5">
            <a:extLst>
              <a:ext uri="{FF2B5EF4-FFF2-40B4-BE49-F238E27FC236}">
                <a16:creationId xmlns:a16="http://schemas.microsoft.com/office/drawing/2014/main" id="{F81D0EA0-A326-A851-B642-A4EBACBE84A9}"/>
              </a:ext>
            </a:extLst>
          </p:cNvPr>
          <p:cNvSpPr>
            <a:spLocks noGrp="1"/>
          </p:cNvSpPr>
          <p:nvPr>
            <p:ph type="sldNum" sz="quarter" idx="12"/>
          </p:nvPr>
        </p:nvSpPr>
        <p:spPr>
          <a:xfrm>
            <a:off x="11125200" y="6343954"/>
            <a:ext cx="765048"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E27C3E2-72C1-ED26-913F-2FCD5587A1C7}"/>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0A0291D7-8E3C-9DCC-A2C8-949C23071F4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4" name="Graphic 13">
              <a:extLst>
                <a:ext uri="{FF2B5EF4-FFF2-40B4-BE49-F238E27FC236}">
                  <a16:creationId xmlns:a16="http://schemas.microsoft.com/office/drawing/2014/main" id="{453DCE66-88D3-8149-9CF0-EA784EF8B17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5" name="Graphic 15">
              <a:extLst>
                <a:ext uri="{FF2B5EF4-FFF2-40B4-BE49-F238E27FC236}">
                  <a16:creationId xmlns:a16="http://schemas.microsoft.com/office/drawing/2014/main" id="{1DAEC3CE-F5C2-42D8-A1C3-B668793E907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81600" y="1769161"/>
            <a:ext cx="6369646" cy="2428125"/>
          </a:xfrm>
        </p:spPr>
        <p:txBody>
          <a:bodyPr vert="horz" lIns="91440" tIns="45720" rIns="91440" bIns="45720" rtlCol="0" anchor="b">
            <a:noAutofit/>
          </a:bodyPr>
          <a:lstStyle>
            <a:lvl1pPr>
              <a:defRPr lang="en-US" sz="6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81600" y="4343400"/>
            <a:ext cx="6369646" cy="854761"/>
          </a:xfrm>
        </p:spPr>
        <p:txBody>
          <a:bodyPr vert="horz" lIns="91440" tIns="45720" rIns="91440" bIns="45720" rtlCol="0">
            <a:normAutofit/>
          </a:bodyPr>
          <a:lstStyle>
            <a:lvl1pPr marL="0" indent="0">
              <a:buNone/>
              <a:defRPr lang="en-US" sz="2000" dirty="0">
                <a:solidFill>
                  <a:schemeClr val="bg2"/>
                </a:solidFill>
              </a:defRPr>
            </a:lvl1pPr>
          </a:lstStyle>
          <a:p>
            <a:pPr lvl="0"/>
            <a:r>
              <a:rPr lang="en-US"/>
              <a:t>Click to edit Master subtitle style</a:t>
            </a:r>
          </a:p>
        </p:txBody>
      </p:sp>
      <p:sp>
        <p:nvSpPr>
          <p:cNvPr id="70" name="Picture Placeholder 18">
            <a:extLst>
              <a:ext uri="{FF2B5EF4-FFF2-40B4-BE49-F238E27FC236}">
                <a16:creationId xmlns:a16="http://schemas.microsoft.com/office/drawing/2014/main" id="{3E92F343-183A-6071-A6E3-2697714E7DE8}"/>
              </a:ext>
            </a:extLst>
          </p:cNvPr>
          <p:cNvSpPr>
            <a:spLocks noGrp="1"/>
          </p:cNvSpPr>
          <p:nvPr>
            <p:ph type="pic" sz="quarter" idx="14" hasCustomPrompt="1"/>
          </p:nvPr>
        </p:nvSpPr>
        <p:spPr>
          <a:xfrm>
            <a:off x="6179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dpi="0" rotWithShape="1">
            <a:blip r:embed="rId2">
              <a:alphaModFix amt="60000"/>
            </a:blip>
            <a:srcRect/>
            <a:stretch>
              <a:fillRect/>
            </a:stretch>
          </a:blipFill>
        </p:spPr>
        <p:txBody>
          <a:bodyPr wrap="square" tIns="914400" anchor="t">
            <a:noAutofit/>
          </a:bodyPr>
          <a:lstStyle>
            <a:lvl1pPr algn="ctr">
              <a:buNone/>
              <a:defRPr sz="1600" b="0" i="0">
                <a:solidFill>
                  <a:schemeClr val="tx1"/>
                </a:solidFill>
                <a:latin typeface="+mn-lt"/>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181600" y="6343955"/>
            <a:ext cx="2100482" cy="365125"/>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bg1"/>
                </a:solidFill>
                <a:effectLst/>
              </a:defRPr>
            </a:lvl1pPr>
          </a:lstStyle>
          <a:p>
            <a:fld id="{1F92EF8E-B9EB-49F8-83E1-F362FA442011}" type="datetime1">
              <a:rPr lang="en-US" smtClean="0"/>
              <a:pPr/>
              <a:t>12/15/2025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5200" y="6343954"/>
            <a:ext cx="426046" cy="365125"/>
          </a:xfrm>
        </p:spPr>
        <p:txBody>
          <a:bodyPr/>
          <a:lstStyle>
            <a:lvl1pPr>
              <a:defRPr>
                <a:solidFill>
                  <a:schemeClr val="bg1"/>
                </a:solidFill>
              </a:defRPr>
            </a:lvl1pPr>
          </a:lstStyle>
          <a:p>
            <a:fld id="{AEAA3239-9EA4-4A65-A281-97F994456D9F}" type="slidenum">
              <a:rPr lang="en-US" smtClean="0"/>
              <a:pPr/>
              <a:t>‹#›</a:t>
            </a:fld>
            <a:endParaRPr lang="en-US"/>
          </a:p>
        </p:txBody>
      </p:sp>
      <p:grpSp>
        <p:nvGrpSpPr>
          <p:cNvPr id="71" name="Group 70">
            <a:extLst>
              <a:ext uri="{FF2B5EF4-FFF2-40B4-BE49-F238E27FC236}">
                <a16:creationId xmlns:a16="http://schemas.microsoft.com/office/drawing/2014/main" id="{5A8391CE-6E5C-7F95-E4F6-CA031A7FE9EF}"/>
              </a:ext>
            </a:extLst>
          </p:cNvPr>
          <p:cNvGrpSpPr/>
          <p:nvPr userDrawn="1"/>
        </p:nvGrpSpPr>
        <p:grpSpPr>
          <a:xfrm flipH="1">
            <a:off x="609600" y="1691849"/>
            <a:ext cx="3202310" cy="3570866"/>
            <a:chOff x="8176980" y="837879"/>
            <a:chExt cx="3253820" cy="3628304"/>
          </a:xfrm>
        </p:grpSpPr>
        <p:sp>
          <p:nvSpPr>
            <p:cNvPr id="72" name="Graphic 12">
              <a:extLst>
                <a:ext uri="{FF2B5EF4-FFF2-40B4-BE49-F238E27FC236}">
                  <a16:creationId xmlns:a16="http://schemas.microsoft.com/office/drawing/2014/main" id="{315E782D-1B62-1A7E-F943-E562642DC89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73" name="Graphic 13">
              <a:extLst>
                <a:ext uri="{FF2B5EF4-FFF2-40B4-BE49-F238E27FC236}">
                  <a16:creationId xmlns:a16="http://schemas.microsoft.com/office/drawing/2014/main" id="{54E55328-6641-32F6-83DA-F7F67F53DA4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74" name="Graphic 15">
              <a:extLst>
                <a:ext uri="{FF2B5EF4-FFF2-40B4-BE49-F238E27FC236}">
                  <a16:creationId xmlns:a16="http://schemas.microsoft.com/office/drawing/2014/main" id="{E03230C5-4F41-A943-FEB0-AF14041F65A8}"/>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8F586E-F017-C86C-2A57-820E3F9C14C5}"/>
              </a:ext>
              <a:ext uri="{C183D7F6-B498-43B3-948B-1728B52AA6E4}">
                <adec:decorative xmlns:adec="http://schemas.microsoft.com/office/drawing/2017/decorative" val="1"/>
              </a:ext>
            </a:extLst>
          </p:cNvPr>
          <p:cNvSpPr/>
          <p:nvPr userDrawn="1"/>
        </p:nvSpPr>
        <p:spPr>
          <a:xfrm>
            <a:off x="883920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a:extLst>
              <a:ext uri="{FF2B5EF4-FFF2-40B4-BE49-F238E27FC236}">
                <a16:creationId xmlns:a16="http://schemas.microsoft.com/office/drawing/2014/main" id="{D244D47C-238B-4C58-A3EA-D08BC92B1454}"/>
              </a:ext>
            </a:extLst>
          </p:cNvPr>
          <p:cNvSpPr>
            <a:spLocks noGrp="1"/>
          </p:cNvSpPr>
          <p:nvPr>
            <p:ph type="ctrTitle"/>
          </p:nvPr>
        </p:nvSpPr>
        <p:spPr>
          <a:xfrm>
            <a:off x="731520" y="1769161"/>
            <a:ext cx="6347479" cy="2428125"/>
          </a:xfrm>
        </p:spPr>
        <p:txBody>
          <a:bodyPr vert="horz" lIns="91440" tIns="45720" rIns="91440" bIns="45720" rtlCol="0" anchor="b">
            <a:noAutofit/>
          </a:bodyPr>
          <a:lstStyle>
            <a:lvl1pPr>
              <a:defRPr lang="en-US" sz="6000" dirty="0">
                <a:solidFill>
                  <a:schemeClr val="tx2"/>
                </a:solidFill>
              </a:defRPr>
            </a:lvl1pPr>
          </a:lstStyle>
          <a:p>
            <a:pPr lvl="0"/>
            <a:r>
              <a:rPr lang="en-US"/>
              <a:t>Click to edit Master title style</a:t>
            </a:r>
          </a:p>
        </p:txBody>
      </p:sp>
      <p:sp>
        <p:nvSpPr>
          <p:cNvPr id="43" name="Subtitle 2">
            <a:extLst>
              <a:ext uri="{FF2B5EF4-FFF2-40B4-BE49-F238E27FC236}">
                <a16:creationId xmlns:a16="http://schemas.microsoft.com/office/drawing/2014/main" id="{BE024BDA-EDE4-950C-5CAA-808A8A9709BC}"/>
              </a:ext>
            </a:extLst>
          </p:cNvPr>
          <p:cNvSpPr>
            <a:spLocks noGrp="1"/>
          </p:cNvSpPr>
          <p:nvPr>
            <p:ph type="subTitle" idx="1"/>
          </p:nvPr>
        </p:nvSpPr>
        <p:spPr>
          <a:xfrm>
            <a:off x="731520" y="4343400"/>
            <a:ext cx="6347479"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15" name="Footer Placeholder 4">
            <a:extLst>
              <a:ext uri="{FF2B5EF4-FFF2-40B4-BE49-F238E27FC236}">
                <a16:creationId xmlns:a16="http://schemas.microsoft.com/office/drawing/2014/main" id="{510A432B-FC47-3A7E-9BC1-E978613FF7DE}"/>
              </a:ext>
            </a:extLst>
          </p:cNvPr>
          <p:cNvSpPr>
            <a:spLocks noGrp="1"/>
          </p:cNvSpPr>
          <p:nvPr>
            <p:ph type="ftr" sz="quarter" idx="11"/>
          </p:nvPr>
        </p:nvSpPr>
        <p:spPr>
          <a:xfrm>
            <a:off x="731520" y="6343955"/>
            <a:ext cx="2100482" cy="365125"/>
          </a:xfrm>
        </p:spPr>
        <p:txBody>
          <a:bodyPr/>
          <a:lstStyle/>
          <a:p>
            <a:r>
              <a:rPr lang="en-US"/>
              <a:t>Sample Footer Text</a:t>
            </a:r>
          </a:p>
        </p:txBody>
      </p:sp>
      <p:sp>
        <p:nvSpPr>
          <p:cNvPr id="14" name="Date Placeholder 3">
            <a:extLst>
              <a:ext uri="{FF2B5EF4-FFF2-40B4-BE49-F238E27FC236}">
                <a16:creationId xmlns:a16="http://schemas.microsoft.com/office/drawing/2014/main" id="{8D6EF6E2-A99D-ACAA-9484-72812FEC3935}"/>
              </a:ext>
            </a:extLst>
          </p:cNvPr>
          <p:cNvSpPr>
            <a:spLocks noGrp="1"/>
          </p:cNvSpPr>
          <p:nvPr>
            <p:ph type="dt" sz="half" idx="10"/>
          </p:nvPr>
        </p:nvSpPr>
        <p:spPr>
          <a:xfrm>
            <a:off x="5961283" y="6343955"/>
            <a:ext cx="1475163" cy="365125"/>
          </a:xfrm>
        </p:spPr>
        <p:txBody>
          <a:bodyPr/>
          <a:lstStyle>
            <a:lvl1pPr>
              <a:defRPr>
                <a:solidFill>
                  <a:schemeClr val="bg1">
                    <a:lumMod val="65000"/>
                  </a:schemeClr>
                </a:solidFill>
                <a:effectLst/>
              </a:defRPr>
            </a:lvl1pPr>
          </a:lstStyle>
          <a:p>
            <a:fld id="{1F92EF8E-B9EB-49F8-83E1-F362FA442011}" type="datetime1">
              <a:rPr lang="en-US" smtClean="0"/>
              <a:pPr/>
              <a:t>12/15/2025</a:t>
            </a:fld>
            <a:endParaRPr lang="en-US"/>
          </a:p>
        </p:txBody>
      </p:sp>
      <p:sp>
        <p:nvSpPr>
          <p:cNvPr id="16" name="Slide Number Placeholder 5">
            <a:extLst>
              <a:ext uri="{FF2B5EF4-FFF2-40B4-BE49-F238E27FC236}">
                <a16:creationId xmlns:a16="http://schemas.microsoft.com/office/drawing/2014/main" id="{39676F7D-66A2-EA10-9616-F088F9350101}"/>
              </a:ext>
            </a:extLst>
          </p:cNvPr>
          <p:cNvSpPr>
            <a:spLocks noGrp="1"/>
          </p:cNvSpPr>
          <p:nvPr>
            <p:ph type="sldNum" sz="quarter" idx="12"/>
          </p:nvPr>
        </p:nvSpPr>
        <p:spPr>
          <a:xfrm>
            <a:off x="7467600" y="6343954"/>
            <a:ext cx="774700" cy="365125"/>
          </a:xfrm>
        </p:spPr>
        <p:txBody>
          <a:bodyPr/>
          <a:lstStyle/>
          <a:p>
            <a:fld id="{AEAA3239-9EA4-4A65-A281-97F994456D9F}" type="slidenum">
              <a:rPr lang="en-US" smtClean="0"/>
              <a:t>‹#›</a:t>
            </a:fld>
            <a:endParaRPr lang="en-US"/>
          </a:p>
        </p:txBody>
      </p:sp>
      <p:sp>
        <p:nvSpPr>
          <p:cNvPr id="20" name="Picture Placeholder 19">
            <a:extLst>
              <a:ext uri="{FF2B5EF4-FFF2-40B4-BE49-F238E27FC236}">
                <a16:creationId xmlns:a16="http://schemas.microsoft.com/office/drawing/2014/main" id="{1998C3BB-EB5A-C967-7413-4881360325BB}"/>
              </a:ext>
            </a:extLst>
          </p:cNvPr>
          <p:cNvSpPr>
            <a:spLocks noGrp="1"/>
          </p:cNvSpPr>
          <p:nvPr>
            <p:ph type="pic" sz="quarter" idx="13" hasCustomPrompt="1"/>
          </p:nvPr>
        </p:nvSpPr>
        <p:spPr>
          <a:xfrm>
            <a:off x="9140952" y="301752"/>
            <a:ext cx="2749296" cy="6251447"/>
          </a:xfrm>
          <a:blipFill>
            <a:blip r:embed="rId2">
              <a:alphaModFix amt="60000"/>
            </a:blip>
            <a:stretch>
              <a:fillRect/>
            </a:stretch>
          </a:blipFill>
        </p:spPr>
        <p:txBody>
          <a:bodyPr/>
          <a:lstStyle>
            <a:lvl1pPr marL="0" indent="0">
              <a:buNone/>
              <a:defRPr/>
            </a:lvl1pPr>
          </a:lstStyle>
          <a:p>
            <a:r>
              <a:rPr lang="en-US"/>
              <a:t>   </a:t>
            </a:r>
          </a:p>
        </p:txBody>
      </p:sp>
      <p:grpSp>
        <p:nvGrpSpPr>
          <p:cNvPr id="2" name="Group 1">
            <a:extLst>
              <a:ext uri="{FF2B5EF4-FFF2-40B4-BE49-F238E27FC236}">
                <a16:creationId xmlns:a16="http://schemas.microsoft.com/office/drawing/2014/main" id="{D4D53FBB-137B-8B8C-BD58-9D583E67E9FA}"/>
              </a:ext>
            </a:extLst>
          </p:cNvPr>
          <p:cNvGrpSpPr/>
          <p:nvPr userDrawn="1"/>
        </p:nvGrpSpPr>
        <p:grpSpPr>
          <a:xfrm flipH="1">
            <a:off x="609221" y="685800"/>
            <a:ext cx="504370" cy="544340"/>
            <a:chOff x="10917026" y="837879"/>
            <a:chExt cx="513774" cy="554490"/>
          </a:xfrm>
        </p:grpSpPr>
        <p:sp>
          <p:nvSpPr>
            <p:cNvPr id="3" name="Graphic 12">
              <a:extLst>
                <a:ext uri="{FF2B5EF4-FFF2-40B4-BE49-F238E27FC236}">
                  <a16:creationId xmlns:a16="http://schemas.microsoft.com/office/drawing/2014/main" id="{57C7E1E0-3774-C52E-FF3F-276DC7254D7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5" name="Graphic 13">
              <a:extLst>
                <a:ext uri="{FF2B5EF4-FFF2-40B4-BE49-F238E27FC236}">
                  <a16:creationId xmlns:a16="http://schemas.microsoft.com/office/drawing/2014/main" id="{A35855F0-4BF9-780B-F9E5-C3B812086A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6" name="Graphic 15">
              <a:extLst>
                <a:ext uri="{FF2B5EF4-FFF2-40B4-BE49-F238E27FC236}">
                  <a16:creationId xmlns:a16="http://schemas.microsoft.com/office/drawing/2014/main" id="{1739F853-03FD-59DE-48A2-690D0CBD69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1" y="836955"/>
            <a:ext cx="5943600" cy="4649446"/>
          </a:xfrm>
        </p:spPr>
        <p:txBody>
          <a:bodyPr vert="horz" lIns="91440" tIns="45720" rIns="91440" bIns="45720" rtlCol="0" anchor="b">
            <a:normAutofit/>
          </a:bodyPr>
          <a:lstStyle>
            <a:lvl1pPr>
              <a:defRPr lang="en-US" sz="8000" dirty="0"/>
            </a:lvl1pPr>
          </a:lstStyle>
          <a:p>
            <a:pPr lvl="0"/>
            <a:r>
              <a:rPr lang="en-US"/>
              <a:t>Section Header</a:t>
            </a:r>
          </a:p>
        </p:txBody>
      </p:sp>
      <p:sp>
        <p:nvSpPr>
          <p:cNvPr id="8" name="Slide Number Placeholder 7">
            <a:extLst>
              <a:ext uri="{FF2B5EF4-FFF2-40B4-BE49-F238E27FC236}">
                <a16:creationId xmlns:a16="http://schemas.microsoft.com/office/drawing/2014/main" id="{90F72D20-20C9-383E-9178-0772F0E1F3D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7" name="Footer Placeholder 6">
            <a:extLst>
              <a:ext uri="{FF2B5EF4-FFF2-40B4-BE49-F238E27FC236}">
                <a16:creationId xmlns:a16="http://schemas.microsoft.com/office/drawing/2014/main" id="{0F88A337-5DA0-D43A-9171-0BE54F3B986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DE5E48CF-6B97-2628-4E35-BBA37CF30176}"/>
              </a:ext>
            </a:extLst>
          </p:cNvPr>
          <p:cNvSpPr>
            <a:spLocks noGrp="1"/>
          </p:cNvSpPr>
          <p:nvPr>
            <p:ph type="dt" sz="half" idx="10"/>
          </p:nvPr>
        </p:nvSpPr>
        <p:spPr/>
        <p:txBody>
          <a:bodyPr/>
          <a:lstStyle>
            <a:lvl1pPr>
              <a:defRPr>
                <a:solidFill>
                  <a:schemeClr val="tx1"/>
                </a:solidFill>
              </a:defRPr>
            </a:lvl1pPr>
          </a:lstStyle>
          <a:p>
            <a:fld id="{7DF4F7BB-A1DF-4BD2-8D5B-CA9EB40127CE}" type="datetime1">
              <a:rPr lang="en-US" smtClean="0"/>
              <a:pPr/>
              <a:t>12/15/2025</a:t>
            </a:fld>
            <a:endParaRPr lang="en-US"/>
          </a:p>
        </p:txBody>
      </p:sp>
      <p:grpSp>
        <p:nvGrpSpPr>
          <p:cNvPr id="4" name="Group 3">
            <a:extLst>
              <a:ext uri="{FF2B5EF4-FFF2-40B4-BE49-F238E27FC236}">
                <a16:creationId xmlns:a16="http://schemas.microsoft.com/office/drawing/2014/main" id="{AD6A6A97-47D8-2732-5480-7A10088EEECA}"/>
              </a:ext>
            </a:extLst>
          </p:cNvPr>
          <p:cNvGrpSpPr/>
          <p:nvPr userDrawn="1"/>
        </p:nvGrpSpPr>
        <p:grpSpPr>
          <a:xfrm>
            <a:off x="11078040" y="685800"/>
            <a:ext cx="504370" cy="544340"/>
            <a:chOff x="10917026" y="837879"/>
            <a:chExt cx="513774" cy="554490"/>
          </a:xfrm>
        </p:grpSpPr>
        <p:sp>
          <p:nvSpPr>
            <p:cNvPr id="5" name="Graphic 12">
              <a:extLst>
                <a:ext uri="{FF2B5EF4-FFF2-40B4-BE49-F238E27FC236}">
                  <a16:creationId xmlns:a16="http://schemas.microsoft.com/office/drawing/2014/main" id="{F1A8C0CF-15BB-E48E-84A2-FED587711EC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6" name="Graphic 13">
              <a:extLst>
                <a:ext uri="{FF2B5EF4-FFF2-40B4-BE49-F238E27FC236}">
                  <a16:creationId xmlns:a16="http://schemas.microsoft.com/office/drawing/2014/main" id="{B930F6D1-9019-A076-D0C4-525F4D513B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8041F824-3F05-4F8D-88F1-6EC99B0D8E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cxnSp>
        <p:nvCxnSpPr>
          <p:cNvPr id="11" name="Straight Connector 10">
            <a:extLst>
              <a:ext uri="{FF2B5EF4-FFF2-40B4-BE49-F238E27FC236}">
                <a16:creationId xmlns:a16="http://schemas.microsoft.com/office/drawing/2014/main" id="{5CF65C86-0B12-5A0A-5722-290568B81842}"/>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23999" y="903862"/>
            <a:ext cx="8229589" cy="1534537"/>
          </a:xfrm>
        </p:spPr>
        <p:txBody>
          <a:bodyPr anchor="b">
            <a:normAutofit/>
          </a:bodyPr>
          <a:lstStyle>
            <a:lvl1pPr>
              <a:defRPr sz="6000">
                <a:solidFill>
                  <a:schemeClr val="bg2"/>
                </a:solidFill>
              </a:defRPr>
            </a:lvl1pPr>
          </a:lstStyle>
          <a:p>
            <a:r>
              <a:rPr lang="en-US"/>
              <a:t>Agenda</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7048" y="2971800"/>
            <a:ext cx="8229603" cy="3200399"/>
          </a:xfrm>
        </p:spPr>
        <p:txBody>
          <a:bodyPr>
            <a:normAutofit/>
          </a:bodyPr>
          <a:lstStyle>
            <a:lvl1pPr marL="457200" indent="-457200">
              <a:buFont typeface="+mj-lt"/>
              <a:buAutoNum type="arabicPeriod"/>
              <a:defRPr sz="1800">
                <a:solidFill>
                  <a:schemeClr val="bg1"/>
                </a:solidFill>
              </a:defRPr>
            </a:lvl1pPr>
            <a:lvl2pPr marL="685800" indent="-457200">
              <a:buFont typeface="+mj-lt"/>
              <a:buAutoNum type="arabicPeriod"/>
              <a:defRPr sz="1600">
                <a:solidFill>
                  <a:schemeClr val="bg1"/>
                </a:solidFill>
              </a:defRPr>
            </a:lvl2pPr>
            <a:lvl3pPr marL="800100" indent="-342900">
              <a:buFont typeface="+mj-lt"/>
              <a:buAutoNum type="arabicPeriod"/>
              <a:defRPr sz="1400">
                <a:solidFill>
                  <a:schemeClr val="bg1"/>
                </a:solidFill>
              </a:defRPr>
            </a:lvl3pPr>
            <a:lvl4pPr marL="1028700" indent="-342900">
              <a:buFont typeface="+mj-lt"/>
              <a:buAutoNum type="arabicPeriod"/>
              <a:defRPr sz="1400">
                <a:solidFill>
                  <a:schemeClr val="bg1"/>
                </a:solidFill>
              </a:defRPr>
            </a:lvl4pPr>
            <a:lvl5pPr marL="1257300" indent="-342900">
              <a:buFont typeface="+mj-lt"/>
              <a:buAutoNum type="arabicPeriod"/>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1"/>
                </a:solidFill>
              </a:defRPr>
            </a:lvl1pPr>
          </a:lstStyle>
          <a:p>
            <a:fld id="{4F1AC263-88EE-42CC-B640-B12BA856CF71}" type="datetime1">
              <a:rPr lang="en-US" smtClean="0"/>
              <a:pPr/>
              <a:t>12/15/2025</a:t>
            </a:fld>
            <a:endParaRPr lang="en-US"/>
          </a:p>
        </p:txBody>
      </p:sp>
      <p:grpSp>
        <p:nvGrpSpPr>
          <p:cNvPr id="32" name="Group 31">
            <a:extLst>
              <a:ext uri="{FF2B5EF4-FFF2-40B4-BE49-F238E27FC236}">
                <a16:creationId xmlns:a16="http://schemas.microsoft.com/office/drawing/2014/main" id="{7037958B-0E0E-0F56-D7A5-E2437B3EEBB1}"/>
              </a:ext>
            </a:extLst>
          </p:cNvPr>
          <p:cNvGrpSpPr/>
          <p:nvPr userDrawn="1"/>
        </p:nvGrpSpPr>
        <p:grpSpPr>
          <a:xfrm>
            <a:off x="11078040" y="685800"/>
            <a:ext cx="504370" cy="544340"/>
            <a:chOff x="10917026" y="837879"/>
            <a:chExt cx="513774" cy="554490"/>
          </a:xfrm>
        </p:grpSpPr>
        <p:sp>
          <p:nvSpPr>
            <p:cNvPr id="33" name="Graphic 12">
              <a:extLst>
                <a:ext uri="{FF2B5EF4-FFF2-40B4-BE49-F238E27FC236}">
                  <a16:creationId xmlns:a16="http://schemas.microsoft.com/office/drawing/2014/main" id="{AD1D3695-B33C-3177-AAA7-157D47AB04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4" name="Graphic 13">
              <a:extLst>
                <a:ext uri="{FF2B5EF4-FFF2-40B4-BE49-F238E27FC236}">
                  <a16:creationId xmlns:a16="http://schemas.microsoft.com/office/drawing/2014/main" id="{DCE100C5-0490-BB66-2B74-2DF1FFCFE07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5" name="Graphic 15">
              <a:extLst>
                <a:ext uri="{FF2B5EF4-FFF2-40B4-BE49-F238E27FC236}">
                  <a16:creationId xmlns:a16="http://schemas.microsoft.com/office/drawing/2014/main" id="{B85442F5-30EF-FBB6-1E36-5DC16B93722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cxnSp>
        <p:nvCxnSpPr>
          <p:cNvPr id="6" name="Straight Connector 5">
            <a:extLst>
              <a:ext uri="{FF2B5EF4-FFF2-40B4-BE49-F238E27FC236}">
                <a16:creationId xmlns:a16="http://schemas.microsoft.com/office/drawing/2014/main" id="{1FB85528-A2AE-0D0A-C420-26F74D4290D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80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2F46A82-71BF-F4CF-0CCA-F8EDE46E1207}"/>
              </a:ext>
            </a:extLst>
          </p:cNvPr>
          <p:cNvSpPr>
            <a:spLocks noGrp="1"/>
          </p:cNvSpPr>
          <p:nvPr>
            <p:ph type="title" hasCustomPrompt="1"/>
          </p:nvPr>
        </p:nvSpPr>
        <p:spPr>
          <a:xfrm>
            <a:off x="5665891" y="685800"/>
            <a:ext cx="5910407" cy="1752599"/>
          </a:xfrm>
        </p:spPr>
        <p:txBody>
          <a:bodyPr anchor="b">
            <a:normAutofit/>
          </a:bodyPr>
          <a:lstStyle>
            <a:lvl1pPr>
              <a:defRPr sz="6000">
                <a:solidFill>
                  <a:schemeClr val="tx2"/>
                </a:solidFill>
              </a:defRPr>
            </a:lvl1pPr>
          </a:lstStyle>
          <a:p>
            <a:r>
              <a:rPr lang="en-US"/>
              <a:t>Agenda</a:t>
            </a:r>
          </a:p>
        </p:txBody>
      </p:sp>
      <p:sp>
        <p:nvSpPr>
          <p:cNvPr id="17" name="Slide Number Placeholder 4">
            <a:extLst>
              <a:ext uri="{FF2B5EF4-FFF2-40B4-BE49-F238E27FC236}">
                <a16:creationId xmlns:a16="http://schemas.microsoft.com/office/drawing/2014/main" id="{D3A244C5-BA25-AD67-DEC7-8DAF5E5F371C}"/>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3" name="Picture Placeholder 18">
            <a:extLst>
              <a:ext uri="{FF2B5EF4-FFF2-40B4-BE49-F238E27FC236}">
                <a16:creationId xmlns:a16="http://schemas.microsoft.com/office/drawing/2014/main" id="{BBFDCB4D-0EA1-434E-D480-6780571836EE}"/>
              </a:ext>
            </a:extLst>
          </p:cNvPr>
          <p:cNvSpPr>
            <a:spLocks noGrp="1"/>
          </p:cNvSpPr>
          <p:nvPr>
            <p:ph type="pic" sz="quarter" idx="14" hasCustomPrompt="1"/>
          </p:nvPr>
        </p:nvSpPr>
        <p:spPr>
          <a:xfrm>
            <a:off x="13164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a:t>  </a:t>
            </a:r>
          </a:p>
        </p:txBody>
      </p:sp>
      <p:sp>
        <p:nvSpPr>
          <p:cNvPr id="21" name="Content Placeholder 6">
            <a:extLst>
              <a:ext uri="{FF2B5EF4-FFF2-40B4-BE49-F238E27FC236}">
                <a16:creationId xmlns:a16="http://schemas.microsoft.com/office/drawing/2014/main" id="{C3E55B71-84F9-223B-46EC-202E6DCC1E5C}"/>
              </a:ext>
            </a:extLst>
          </p:cNvPr>
          <p:cNvSpPr>
            <a:spLocks noGrp="1"/>
          </p:cNvSpPr>
          <p:nvPr>
            <p:ph sz="quarter" idx="15"/>
          </p:nvPr>
        </p:nvSpPr>
        <p:spPr>
          <a:xfrm>
            <a:off x="5668946" y="2971800"/>
            <a:ext cx="5910417" cy="3200399"/>
          </a:xfrm>
        </p:spPr>
        <p:txBody>
          <a:bodyPr>
            <a:normAutofit/>
          </a:bodyPr>
          <a:lstStyle>
            <a:lvl1pPr marL="457200" indent="-457200">
              <a:buFont typeface="+mj-lt"/>
              <a:buAutoNum type="arabicPeriod"/>
              <a:defRPr sz="1800">
                <a:solidFill>
                  <a:schemeClr val="tx2"/>
                </a:solidFill>
              </a:defRPr>
            </a:lvl1pPr>
            <a:lvl2pPr marL="685800" indent="-457200">
              <a:buFont typeface="+mj-lt"/>
              <a:buAutoNum type="arabicPeriod"/>
              <a:defRPr sz="1600">
                <a:solidFill>
                  <a:schemeClr val="tx2"/>
                </a:solidFill>
              </a:defRPr>
            </a:lvl2pPr>
            <a:lvl3pPr marL="800100" indent="-342900">
              <a:buFont typeface="+mj-lt"/>
              <a:buAutoNum type="arabicPeriod"/>
              <a:defRPr sz="1400">
                <a:solidFill>
                  <a:schemeClr val="tx2"/>
                </a:solidFill>
              </a:defRPr>
            </a:lvl3pPr>
            <a:lvl4pPr marL="1028700" indent="-342900">
              <a:buFont typeface="+mj-lt"/>
              <a:buAutoNum type="arabicPeriod"/>
              <a:defRPr sz="1400">
                <a:solidFill>
                  <a:schemeClr val="tx2"/>
                </a:solidFill>
              </a:defRPr>
            </a:lvl4pPr>
            <a:lvl5pPr marL="1257300" indent="-342900">
              <a:buFont typeface="+mj-lt"/>
              <a:buAutoNum type="arabicPeriod"/>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23190" y="6343955"/>
            <a:ext cx="1553108" cy="365125"/>
          </a:xfrm>
        </p:spPr>
        <p:txBody>
          <a:bodyPr/>
          <a:lstStyle/>
          <a:p>
            <a:fld id="{68A32F6A-E7E2-4607-B207-B787B539B854}" type="datetime1">
              <a:rPr lang="en-US" smtClean="0"/>
              <a:t>12/15/2025</a:t>
            </a:fld>
            <a:endParaRPr lang="en-US"/>
          </a:p>
        </p:txBody>
      </p:sp>
      <p:grpSp>
        <p:nvGrpSpPr>
          <p:cNvPr id="44" name="Group 43">
            <a:extLst>
              <a:ext uri="{FF2B5EF4-FFF2-40B4-BE49-F238E27FC236}">
                <a16:creationId xmlns:a16="http://schemas.microsoft.com/office/drawing/2014/main" id="{44AEE93E-8CED-5237-25BD-6A37575E9105}"/>
              </a:ext>
            </a:extLst>
          </p:cNvPr>
          <p:cNvGrpSpPr/>
          <p:nvPr userDrawn="1"/>
        </p:nvGrpSpPr>
        <p:grpSpPr>
          <a:xfrm flipH="1">
            <a:off x="1308100" y="1691849"/>
            <a:ext cx="3202310" cy="3570866"/>
            <a:chOff x="8176980" y="837879"/>
            <a:chExt cx="3253820" cy="3628304"/>
          </a:xfrm>
        </p:grpSpPr>
        <p:sp>
          <p:nvSpPr>
            <p:cNvPr id="45" name="Graphic 12">
              <a:extLst>
                <a:ext uri="{FF2B5EF4-FFF2-40B4-BE49-F238E27FC236}">
                  <a16:creationId xmlns:a16="http://schemas.microsoft.com/office/drawing/2014/main" id="{E434A56F-49B4-88EC-6F0D-F0B7876DA5F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6" name="Graphic 13">
              <a:extLst>
                <a:ext uri="{FF2B5EF4-FFF2-40B4-BE49-F238E27FC236}">
                  <a16:creationId xmlns:a16="http://schemas.microsoft.com/office/drawing/2014/main" id="{1E87D2CA-3265-27F0-1765-34F88575015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47" name="Graphic 15">
              <a:extLst>
                <a:ext uri="{FF2B5EF4-FFF2-40B4-BE49-F238E27FC236}">
                  <a16:creationId xmlns:a16="http://schemas.microsoft.com/office/drawing/2014/main" id="{38A959F0-9AA6-E2C2-DBE3-1F0F5649C822}"/>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cxnSp>
        <p:nvCxnSpPr>
          <p:cNvPr id="2" name="Straight Connector 1">
            <a:extLst>
              <a:ext uri="{FF2B5EF4-FFF2-40B4-BE49-F238E27FC236}">
                <a16:creationId xmlns:a16="http://schemas.microsoft.com/office/drawing/2014/main" id="{F41F9AE9-4D1B-F10A-6C35-328127A91F36}"/>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585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87F8542-2E37-60E4-B73F-B9F05372BF63}"/>
              </a:ext>
            </a:extLst>
          </p:cNvPr>
          <p:cNvSpPr>
            <a:spLocks noGrp="1"/>
          </p:cNvSpPr>
          <p:nvPr>
            <p:ph type="title"/>
          </p:nvPr>
        </p:nvSpPr>
        <p:spPr>
          <a:xfrm>
            <a:off x="1527048" y="685800"/>
            <a:ext cx="9052560" cy="1508760"/>
          </a:xfrm>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96D523BE-BDE0-144E-0534-0A316EF9F17A}"/>
              </a:ext>
            </a:extLst>
          </p:cNvPr>
          <p:cNvSpPr>
            <a:spLocks noGrp="1"/>
          </p:cNvSpPr>
          <p:nvPr>
            <p:ph sz="quarter" idx="14"/>
          </p:nvPr>
        </p:nvSpPr>
        <p:spPr>
          <a:xfrm>
            <a:off x="1523999" y="2286000"/>
            <a:ext cx="4572001" cy="22860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12/15/2025</a:t>
            </a:fld>
            <a:endParaRPr lang="en-US"/>
          </a:p>
        </p:txBody>
      </p:sp>
      <p:grpSp>
        <p:nvGrpSpPr>
          <p:cNvPr id="12" name="Group 11">
            <a:extLst>
              <a:ext uri="{FF2B5EF4-FFF2-40B4-BE49-F238E27FC236}">
                <a16:creationId xmlns:a16="http://schemas.microsoft.com/office/drawing/2014/main" id="{5FF6FE41-900C-A8D7-8F77-B88E87FF7CD7}"/>
              </a:ext>
            </a:extLst>
          </p:cNvPr>
          <p:cNvGrpSpPr/>
          <p:nvPr userDrawn="1"/>
        </p:nvGrpSpPr>
        <p:grpSpPr>
          <a:xfrm>
            <a:off x="11078040" y="685800"/>
            <a:ext cx="504370" cy="544340"/>
            <a:chOff x="10917026" y="837879"/>
            <a:chExt cx="513774" cy="554490"/>
          </a:xfrm>
        </p:grpSpPr>
        <p:sp>
          <p:nvSpPr>
            <p:cNvPr id="13" name="Graphic 12">
              <a:extLst>
                <a:ext uri="{FF2B5EF4-FFF2-40B4-BE49-F238E27FC236}">
                  <a16:creationId xmlns:a16="http://schemas.microsoft.com/office/drawing/2014/main" id="{A7798043-2DD6-F9A7-DDF8-A24FEEDF899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4" name="Graphic 13">
              <a:extLst>
                <a:ext uri="{FF2B5EF4-FFF2-40B4-BE49-F238E27FC236}">
                  <a16:creationId xmlns:a16="http://schemas.microsoft.com/office/drawing/2014/main" id="{40DF0F9E-37B7-8D89-04C9-5834AB4AD3B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5" name="Graphic 15">
              <a:extLst>
                <a:ext uri="{FF2B5EF4-FFF2-40B4-BE49-F238E27FC236}">
                  <a16:creationId xmlns:a16="http://schemas.microsoft.com/office/drawing/2014/main" id="{3646AA31-DEAD-4A4C-2815-3C7DC1F17DA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681BFE2C-8931-A7FD-ED4C-5C609A09005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9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3999" y="685800"/>
            <a:ext cx="9052560" cy="1508760"/>
          </a:xfrm>
        </p:spPr>
        <p:txBody>
          <a:bodyPr anchor="b" anchorCtr="0">
            <a:no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523998" y="2286000"/>
            <a:ext cx="6035040" cy="292608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12/15/2025</a:t>
            </a:fld>
            <a:endParaRPr lang="en-US"/>
          </a:p>
        </p:txBody>
      </p:sp>
      <p:grpSp>
        <p:nvGrpSpPr>
          <p:cNvPr id="16" name="Group 15">
            <a:extLst>
              <a:ext uri="{FF2B5EF4-FFF2-40B4-BE49-F238E27FC236}">
                <a16:creationId xmlns:a16="http://schemas.microsoft.com/office/drawing/2014/main" id="{0323216B-D119-CA7E-58DF-7F7325E519AA}"/>
              </a:ext>
            </a:extLst>
          </p:cNvPr>
          <p:cNvGrpSpPr/>
          <p:nvPr userDrawn="1"/>
        </p:nvGrpSpPr>
        <p:grpSpPr>
          <a:xfrm>
            <a:off x="11078040" y="685800"/>
            <a:ext cx="504370" cy="544340"/>
            <a:chOff x="10917026" y="837879"/>
            <a:chExt cx="513774" cy="554490"/>
          </a:xfrm>
        </p:grpSpPr>
        <p:sp>
          <p:nvSpPr>
            <p:cNvPr id="17" name="Graphic 12">
              <a:extLst>
                <a:ext uri="{FF2B5EF4-FFF2-40B4-BE49-F238E27FC236}">
                  <a16:creationId xmlns:a16="http://schemas.microsoft.com/office/drawing/2014/main" id="{AC903912-3AB9-1BE3-1831-92CEC75612C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8" name="Graphic 13">
              <a:extLst>
                <a:ext uri="{FF2B5EF4-FFF2-40B4-BE49-F238E27FC236}">
                  <a16:creationId xmlns:a16="http://schemas.microsoft.com/office/drawing/2014/main" id="{51476F24-2832-A972-88A0-593ADC9F337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E86153E-3E2A-4A98-DAC8-73A6D558210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4EA00EEB-72CD-3573-B5DB-FE83CFF509DD}"/>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355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2" y="685800"/>
            <a:ext cx="9052560" cy="1508760"/>
          </a:xfrm>
        </p:spPr>
        <p:txBody>
          <a:bodyPr anchor="b" anchorCtr="0">
            <a:no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Content Placeholder 7">
            <a:extLst>
              <a:ext uri="{FF2B5EF4-FFF2-40B4-BE49-F238E27FC236}">
                <a16:creationId xmlns:a16="http://schemas.microsoft.com/office/drawing/2014/main" id="{BE7670AD-1080-B1DD-DE49-930AF9336CA0}"/>
              </a:ext>
            </a:extLst>
          </p:cNvPr>
          <p:cNvSpPr>
            <a:spLocks noGrp="1"/>
          </p:cNvSpPr>
          <p:nvPr>
            <p:ph sz="quarter" idx="14"/>
          </p:nvPr>
        </p:nvSpPr>
        <p:spPr>
          <a:xfrm>
            <a:off x="1524002" y="2286000"/>
            <a:ext cx="6934201" cy="329184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12/15/2025</a:t>
            </a:fld>
            <a:endParaRPr lang="en-US"/>
          </a:p>
        </p:txBody>
      </p:sp>
      <p:grpSp>
        <p:nvGrpSpPr>
          <p:cNvPr id="17" name="Group 16">
            <a:extLst>
              <a:ext uri="{FF2B5EF4-FFF2-40B4-BE49-F238E27FC236}">
                <a16:creationId xmlns:a16="http://schemas.microsoft.com/office/drawing/2014/main" id="{DEF4BE0B-AE0F-F425-DC6B-863C2E94D104}"/>
              </a:ext>
            </a:extLst>
          </p:cNvPr>
          <p:cNvGrpSpPr/>
          <p:nvPr userDrawn="1"/>
        </p:nvGrpSpPr>
        <p:grpSpPr>
          <a:xfrm>
            <a:off x="11078040" y="685800"/>
            <a:ext cx="504370" cy="544340"/>
            <a:chOff x="10917026" y="837879"/>
            <a:chExt cx="513774" cy="554490"/>
          </a:xfrm>
        </p:grpSpPr>
        <p:sp>
          <p:nvSpPr>
            <p:cNvPr id="18" name="Graphic 12">
              <a:extLst>
                <a:ext uri="{FF2B5EF4-FFF2-40B4-BE49-F238E27FC236}">
                  <a16:creationId xmlns:a16="http://schemas.microsoft.com/office/drawing/2014/main" id="{4F59D1C4-D5A8-3205-D6E0-BE13582B6AE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9" name="Graphic 13">
              <a:extLst>
                <a:ext uri="{FF2B5EF4-FFF2-40B4-BE49-F238E27FC236}">
                  <a16:creationId xmlns:a16="http://schemas.microsoft.com/office/drawing/2014/main" id="{C94E27BE-456F-4421-67D9-CBFB09F0F1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0" name="Graphic 15">
              <a:extLst>
                <a:ext uri="{FF2B5EF4-FFF2-40B4-BE49-F238E27FC236}">
                  <a16:creationId xmlns:a16="http://schemas.microsoft.com/office/drawing/2014/main" id="{CEB12E88-EDC2-9632-B876-CBE4EBADB69E}"/>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3" name="Straight Connector 2">
            <a:extLst>
              <a:ext uri="{FF2B5EF4-FFF2-40B4-BE49-F238E27FC236}">
                <a16:creationId xmlns:a16="http://schemas.microsoft.com/office/drawing/2014/main" id="{EB5C5802-D648-9113-0EEF-985EAA7F7F73}"/>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312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21672C7-A17C-A024-9EB7-E09DE65A204E}"/>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50AC8C5D-A77C-17F7-AF84-8B92D28482C4}"/>
              </a:ext>
            </a:extLst>
          </p:cNvPr>
          <p:cNvSpPr>
            <a:spLocks noGrp="1"/>
          </p:cNvSpPr>
          <p:nvPr>
            <p:ph sz="quarter" idx="14"/>
          </p:nvPr>
        </p:nvSpPr>
        <p:spPr>
          <a:xfrm>
            <a:off x="1524000" y="2286000"/>
            <a:ext cx="841248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12/15/2025</a:t>
            </a:fld>
            <a:endParaRPr lang="en-US"/>
          </a:p>
        </p:txBody>
      </p:sp>
      <p:cxnSp>
        <p:nvCxnSpPr>
          <p:cNvPr id="2" name="Straight Connector 1">
            <a:extLst>
              <a:ext uri="{FF2B5EF4-FFF2-40B4-BE49-F238E27FC236}">
                <a16:creationId xmlns:a16="http://schemas.microsoft.com/office/drawing/2014/main" id="{97E214D7-F48E-8238-4C22-A98E55E66332}"/>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4E954D1-13F2-EF63-F03D-F46F1AEA3DC7}"/>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01D8479A-6727-AA09-8398-F37C8ABA3AF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1FFFF7E5-5ED3-C624-8716-91363898789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531A9C3-F1A9-08AA-EB86-483737E3191D}"/>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408959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64D38536-57AB-5EAB-9CE8-9796DAF18277}"/>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4F01311B-A9FF-DBDB-A383-A299DC9F589D}"/>
              </a:ext>
            </a:extLst>
          </p:cNvPr>
          <p:cNvSpPr>
            <a:spLocks noGrp="1"/>
          </p:cNvSpPr>
          <p:nvPr>
            <p:ph type="sldNum" sz="quarter" idx="12"/>
          </p:nvPr>
        </p:nvSpPr>
        <p:spPr>
          <a:xfrm>
            <a:off x="533400" y="685801"/>
            <a:ext cx="609600" cy="365125"/>
          </a:xfrm>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2160C0A1-5692-F2A8-A18C-A2194E5352A1}"/>
              </a:ext>
            </a:extLst>
          </p:cNvPr>
          <p:cNvSpPr>
            <a:spLocks noGrp="1"/>
          </p:cNvSpPr>
          <p:nvPr>
            <p:ph sz="quarter" idx="14"/>
          </p:nvPr>
        </p:nvSpPr>
        <p:spPr>
          <a:xfrm>
            <a:off x="1523998" y="2286000"/>
            <a:ext cx="1005840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12/15/2025</a:t>
            </a:fld>
            <a:endParaRPr lang="en-US"/>
          </a:p>
        </p:txBody>
      </p:sp>
      <p:cxnSp>
        <p:nvCxnSpPr>
          <p:cNvPr id="2" name="Straight Connector 1">
            <a:extLst>
              <a:ext uri="{FF2B5EF4-FFF2-40B4-BE49-F238E27FC236}">
                <a16:creationId xmlns:a16="http://schemas.microsoft.com/office/drawing/2014/main" id="{DDFACEC5-4969-F3A0-4BA7-BFFD0245B46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8EFEE51A-85CE-F78B-374B-7079210EAD71}"/>
              </a:ext>
            </a:extLst>
          </p:cNvPr>
          <p:cNvGrpSpPr/>
          <p:nvPr userDrawn="1"/>
        </p:nvGrpSpPr>
        <p:grpSpPr>
          <a:xfrm>
            <a:off x="11078040" y="685800"/>
            <a:ext cx="504370" cy="544340"/>
            <a:chOff x="10917026" y="837879"/>
            <a:chExt cx="513774" cy="554490"/>
          </a:xfrm>
        </p:grpSpPr>
        <p:sp>
          <p:nvSpPr>
            <p:cNvPr id="6" name="Graphic 12">
              <a:extLst>
                <a:ext uri="{FF2B5EF4-FFF2-40B4-BE49-F238E27FC236}">
                  <a16:creationId xmlns:a16="http://schemas.microsoft.com/office/drawing/2014/main" id="{5784CA53-1EF1-D49B-FEC8-50D70D21BE8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1E8C17C1-ABB3-50E1-B4D4-6B8295C03E6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A6E8154A-AE94-5E8C-59A0-4CCC387AF1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319094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DE647DC-5A18-3C36-1F44-304B72FEDC97}"/>
              </a:ext>
            </a:extLst>
          </p:cNvPr>
          <p:cNvSpPr>
            <a:spLocks noGrp="1"/>
          </p:cNvSpPr>
          <p:nvPr>
            <p:ph type="title"/>
          </p:nvPr>
        </p:nvSpPr>
        <p:spPr>
          <a:xfrm>
            <a:off x="4267200" y="731520"/>
            <a:ext cx="6423565" cy="914400"/>
          </a:xfrm>
        </p:spPr>
        <p:txBody>
          <a:bodyPr anchor="b">
            <a:noAutofit/>
          </a:bodyPr>
          <a:lstStyle/>
          <a:p>
            <a:r>
              <a:rPr lang="en-US"/>
              <a:t>Click to edit Master title style</a:t>
            </a:r>
          </a:p>
        </p:txBody>
      </p:sp>
      <p:sp>
        <p:nvSpPr>
          <p:cNvPr id="21" name="Rectangle 20">
            <a:extLst>
              <a:ext uri="{FF2B5EF4-FFF2-40B4-BE49-F238E27FC236}">
                <a16:creationId xmlns:a16="http://schemas.microsoft.com/office/drawing/2014/main" id="{7092F38B-ED2A-2686-73F0-3333166E236A}"/>
              </a:ext>
              <a:ext uri="{C183D7F6-B498-43B3-948B-1728B52AA6E4}">
                <adec:decorative xmlns:adec="http://schemas.microsoft.com/office/drawing/2017/decorative" val="1"/>
              </a:ext>
            </a:extLst>
          </p:cNvPr>
          <p:cNvSpPr/>
          <p:nvPr userDrawn="1"/>
        </p:nvSpPr>
        <p:spPr>
          <a:xfrm>
            <a:off x="0"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4">
            <a:extLst>
              <a:ext uri="{FF2B5EF4-FFF2-40B4-BE49-F238E27FC236}">
                <a16:creationId xmlns:a16="http://schemas.microsoft.com/office/drawing/2014/main" id="{5804EC16-79F7-7AA9-8D6F-678723119787}"/>
              </a:ext>
            </a:extLst>
          </p:cNvPr>
          <p:cNvSpPr>
            <a:spLocks noGrp="1"/>
          </p:cNvSpPr>
          <p:nvPr>
            <p:ph type="pic" sz="quarter" idx="18" hasCustomPrompt="1"/>
          </p:nvPr>
        </p:nvSpPr>
        <p:spPr>
          <a:xfrm>
            <a:off x="301752" y="301752"/>
            <a:ext cx="2732860" cy="6254496"/>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6" name="Content Placeholder 7">
            <a:extLst>
              <a:ext uri="{FF2B5EF4-FFF2-40B4-BE49-F238E27FC236}">
                <a16:creationId xmlns:a16="http://schemas.microsoft.com/office/drawing/2014/main" id="{D2B645B5-BDAD-38D3-990B-F959B4B803E1}"/>
              </a:ext>
            </a:extLst>
          </p:cNvPr>
          <p:cNvSpPr>
            <a:spLocks noGrp="1"/>
          </p:cNvSpPr>
          <p:nvPr>
            <p:ph sz="quarter" idx="14"/>
          </p:nvPr>
        </p:nvSpPr>
        <p:spPr>
          <a:xfrm>
            <a:off x="426720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267200" y="6343955"/>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8141903" y="6343955"/>
            <a:ext cx="2060808" cy="365125"/>
          </a:xfrm>
        </p:spPr>
        <p:txBody>
          <a:bodyPr/>
          <a:lstStyle/>
          <a:p>
            <a:fld id="{9CBB6888-43ED-4D3A-B8DA-89EF29644561}" type="datetime1">
              <a:rPr lang="en-US" smtClean="0"/>
              <a:t>12/15/2025</a:t>
            </a:fld>
            <a:endParaRPr lang="en-US"/>
          </a:p>
        </p:txBody>
      </p:sp>
      <p:sp>
        <p:nvSpPr>
          <p:cNvPr id="27" name="Slide Number Placeholder 11">
            <a:extLst>
              <a:ext uri="{FF2B5EF4-FFF2-40B4-BE49-F238E27FC236}">
                <a16:creationId xmlns:a16="http://schemas.microsoft.com/office/drawing/2014/main" id="{C9ADF389-1DF3-8DF0-2D8C-C2A62758A3F9}"/>
              </a:ext>
            </a:extLst>
          </p:cNvPr>
          <p:cNvSpPr>
            <a:spLocks noGrp="1"/>
          </p:cNvSpPr>
          <p:nvPr>
            <p:ph type="sldNum" sz="quarter" idx="17"/>
          </p:nvPr>
        </p:nvSpPr>
        <p:spPr>
          <a:xfrm>
            <a:off x="10261558" y="6346865"/>
            <a:ext cx="429207" cy="365125"/>
          </a:xfrm>
        </p:spPr>
        <p:txBody>
          <a:bodyPr/>
          <a:lstStyle/>
          <a:p>
            <a:fld id="{AEAA3239-9EA4-4A65-A281-97F994456D9F}" type="slidenum">
              <a:rPr lang="en-US" smtClean="0"/>
              <a:t>‹#›</a:t>
            </a:fld>
            <a:endParaRPr lang="en-US"/>
          </a:p>
        </p:txBody>
      </p:sp>
      <p:grpSp>
        <p:nvGrpSpPr>
          <p:cNvPr id="23" name="Group 22">
            <a:extLst>
              <a:ext uri="{FF2B5EF4-FFF2-40B4-BE49-F238E27FC236}">
                <a16:creationId xmlns:a16="http://schemas.microsoft.com/office/drawing/2014/main" id="{67EE228E-80B4-D191-194D-3720913CD210}"/>
              </a:ext>
            </a:extLst>
          </p:cNvPr>
          <p:cNvGrpSpPr/>
          <p:nvPr userDrawn="1"/>
        </p:nvGrpSpPr>
        <p:grpSpPr>
          <a:xfrm>
            <a:off x="11078040" y="685800"/>
            <a:ext cx="504370" cy="544340"/>
            <a:chOff x="10917026" y="837879"/>
            <a:chExt cx="513774" cy="554490"/>
          </a:xfrm>
        </p:grpSpPr>
        <p:sp>
          <p:nvSpPr>
            <p:cNvPr id="24" name="Graphic 12">
              <a:extLst>
                <a:ext uri="{FF2B5EF4-FFF2-40B4-BE49-F238E27FC236}">
                  <a16:creationId xmlns:a16="http://schemas.microsoft.com/office/drawing/2014/main" id="{5F2878E0-CF71-CE0E-FB49-BC9AB7B750E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25" name="Graphic 13">
              <a:extLst>
                <a:ext uri="{FF2B5EF4-FFF2-40B4-BE49-F238E27FC236}">
                  <a16:creationId xmlns:a16="http://schemas.microsoft.com/office/drawing/2014/main" id="{7E87741A-6AB9-C683-3F00-BC74FA8448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6" name="Graphic 15">
              <a:extLst>
                <a:ext uri="{FF2B5EF4-FFF2-40B4-BE49-F238E27FC236}">
                  <a16:creationId xmlns:a16="http://schemas.microsoft.com/office/drawing/2014/main" id="{8A03B7A9-3959-1D93-7871-04782460676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018303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766037FA-C85A-8CB7-2972-6A61D955B79F}"/>
              </a:ext>
            </a:extLst>
          </p:cNvPr>
          <p:cNvSpPr>
            <a:spLocks noGrp="1"/>
          </p:cNvSpPr>
          <p:nvPr>
            <p:ph type="title"/>
          </p:nvPr>
        </p:nvSpPr>
        <p:spPr>
          <a:xfrm>
            <a:off x="731520" y="731520"/>
            <a:ext cx="6423565" cy="914400"/>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731520" y="6346864"/>
            <a:ext cx="2805405" cy="365125"/>
          </a:xfrm>
        </p:spPr>
        <p:txBody>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874321" y="6346865"/>
            <a:ext cx="1607270" cy="365125"/>
          </a:xfrm>
        </p:spPr>
        <p:txBody>
          <a:bodyPr/>
          <a:lstStyle/>
          <a:p>
            <a:fld id="{27C7479B-2077-4468-85E0-F9294B46DEAE}" type="datetime1">
              <a:rPr lang="en-US" smtClean="0"/>
              <a:t>12/15/2025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7518358" y="6346865"/>
            <a:ext cx="429207" cy="365125"/>
          </a:xfrm>
        </p:spPr>
        <p:txBody>
          <a:bodyPr/>
          <a:lstStyle/>
          <a:p>
            <a:fld id="{AEAA3239-9EA4-4A65-A281-97F994456D9F}" type="slidenum">
              <a:rPr lang="en-US" smtClean="0"/>
              <a:t>‹#›</a:t>
            </a:fld>
            <a:endParaRPr lang="en-US"/>
          </a:p>
        </p:txBody>
      </p:sp>
      <p:sp>
        <p:nvSpPr>
          <p:cNvPr id="6" name="Rectangle 5">
            <a:extLst>
              <a:ext uri="{FF2B5EF4-FFF2-40B4-BE49-F238E27FC236}">
                <a16:creationId xmlns:a16="http://schemas.microsoft.com/office/drawing/2014/main" id="{1A40D3F1-5C23-CAD7-8AF9-5C81B4571DBB}"/>
              </a:ext>
              <a:ext uri="{C183D7F6-B498-43B3-948B-1728B52AA6E4}">
                <adec:decorative xmlns:adec="http://schemas.microsoft.com/office/drawing/2017/decorative" val="1"/>
              </a:ext>
            </a:extLst>
          </p:cNvPr>
          <p:cNvSpPr/>
          <p:nvPr userDrawn="1"/>
        </p:nvSpPr>
        <p:spPr>
          <a:xfrm>
            <a:off x="8854014"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34">
            <a:extLst>
              <a:ext uri="{FF2B5EF4-FFF2-40B4-BE49-F238E27FC236}">
                <a16:creationId xmlns:a16="http://schemas.microsoft.com/office/drawing/2014/main" id="{9DBD1D3F-F3AD-C978-1458-64CE12AAFFFD}"/>
              </a:ext>
            </a:extLst>
          </p:cNvPr>
          <p:cNvSpPr>
            <a:spLocks noGrp="1"/>
          </p:cNvSpPr>
          <p:nvPr>
            <p:ph type="pic" sz="quarter" idx="18" hasCustomPrompt="1"/>
          </p:nvPr>
        </p:nvSpPr>
        <p:spPr>
          <a:xfrm>
            <a:off x="9155766" y="301752"/>
            <a:ext cx="2732860" cy="6254496"/>
          </a:xfrm>
          <a:blipFill>
            <a:blip r:embed="rId2">
              <a:alphaModFix amt="60000"/>
            </a:blip>
            <a:stretch>
              <a:fillRect/>
            </a:stretch>
          </a:blipFill>
        </p:spPr>
        <p:txBody>
          <a:bodyPr/>
          <a:lstStyle>
            <a:lvl1pPr marL="0" indent="0">
              <a:buNone/>
              <a:defRPr/>
            </a:lvl1pPr>
          </a:lstStyle>
          <a:p>
            <a:r>
              <a:rPr lang="en-US"/>
              <a:t>  </a:t>
            </a:r>
          </a:p>
        </p:txBody>
      </p:sp>
      <p:grpSp>
        <p:nvGrpSpPr>
          <p:cNvPr id="2" name="Group 1">
            <a:extLst>
              <a:ext uri="{FF2B5EF4-FFF2-40B4-BE49-F238E27FC236}">
                <a16:creationId xmlns:a16="http://schemas.microsoft.com/office/drawing/2014/main" id="{A18435CD-97DF-A076-40A5-65229CDC5C1B}"/>
              </a:ext>
            </a:extLst>
          </p:cNvPr>
          <p:cNvGrpSpPr/>
          <p:nvPr userDrawn="1"/>
        </p:nvGrpSpPr>
        <p:grpSpPr>
          <a:xfrm>
            <a:off x="7668411" y="685800"/>
            <a:ext cx="504370" cy="544340"/>
            <a:chOff x="10917026" y="837879"/>
            <a:chExt cx="513774" cy="554490"/>
          </a:xfrm>
        </p:grpSpPr>
        <p:sp>
          <p:nvSpPr>
            <p:cNvPr id="3" name="Graphic 12">
              <a:extLst>
                <a:ext uri="{FF2B5EF4-FFF2-40B4-BE49-F238E27FC236}">
                  <a16:creationId xmlns:a16="http://schemas.microsoft.com/office/drawing/2014/main" id="{48B1A2B4-5074-9C60-9666-49DB6D32B32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1448CBF4-AC51-42E4-C98A-353B48E6515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E5BDC04D-82AC-D872-4B92-48EC2791BCB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8809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7A406A-98CC-81E3-A582-DBAE79C8B4D2}"/>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1974FA03-6110-90A7-7ACD-CC6BCF088F5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2" name="Graphic 13">
              <a:extLst>
                <a:ext uri="{FF2B5EF4-FFF2-40B4-BE49-F238E27FC236}">
                  <a16:creationId xmlns:a16="http://schemas.microsoft.com/office/drawing/2014/main" id="{5CA3C8F2-2334-4369-C570-E512D554B20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3" name="Graphic 15">
              <a:extLst>
                <a:ext uri="{FF2B5EF4-FFF2-40B4-BE49-F238E27FC236}">
                  <a16:creationId xmlns:a16="http://schemas.microsoft.com/office/drawing/2014/main" id="{4E33D598-2942-33DF-4C3C-4E499AE0B0A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21" name="Rectangle 20">
            <a:extLst>
              <a:ext uri="{FF2B5EF4-FFF2-40B4-BE49-F238E27FC236}">
                <a16:creationId xmlns:a16="http://schemas.microsoft.com/office/drawing/2014/main" id="{1B0CAAAC-D107-198B-E4CE-8452C06BB112}"/>
              </a:ext>
              <a:ext uri="{C183D7F6-B498-43B3-948B-1728B52AA6E4}">
                <adec:decorative xmlns:adec="http://schemas.microsoft.com/office/drawing/2017/decorative" val="1"/>
              </a:ext>
            </a:extLst>
          </p:cNvPr>
          <p:cNvSpPr/>
          <p:nvPr userDrawn="1"/>
        </p:nvSpPr>
        <p:spPr>
          <a:xfrm>
            <a:off x="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18AAE811-FEB8-95DC-B043-E131BEA52FF1}"/>
              </a:ext>
            </a:extLst>
          </p:cNvPr>
          <p:cNvSpPr>
            <a:spLocks noGrp="1"/>
          </p:cNvSpPr>
          <p:nvPr>
            <p:ph type="title"/>
          </p:nvPr>
        </p:nvSpPr>
        <p:spPr>
          <a:xfrm>
            <a:off x="3810000" y="731520"/>
            <a:ext cx="6858000" cy="914400"/>
          </a:xfrm>
        </p:spPr>
        <p:txBody>
          <a:bodyPr anchor="b">
            <a:noAutofit/>
          </a:bodyPr>
          <a:lstStyle/>
          <a:p>
            <a:r>
              <a:rPr lang="en-US"/>
              <a:t>Click to edit Master title style</a:t>
            </a:r>
          </a:p>
        </p:txBody>
      </p:sp>
      <p:sp>
        <p:nvSpPr>
          <p:cNvPr id="22" name="Picture Placeholder 34">
            <a:extLst>
              <a:ext uri="{FF2B5EF4-FFF2-40B4-BE49-F238E27FC236}">
                <a16:creationId xmlns:a16="http://schemas.microsoft.com/office/drawing/2014/main" id="{5F03A7F6-0474-7396-683E-2A53EA6B6F0F}"/>
              </a:ext>
            </a:extLst>
          </p:cNvPr>
          <p:cNvSpPr>
            <a:spLocks noGrp="1"/>
          </p:cNvSpPr>
          <p:nvPr>
            <p:ph type="pic" sz="quarter" idx="18" hasCustomPrompt="1"/>
          </p:nvPr>
        </p:nvSpPr>
        <p:spPr>
          <a:xfrm>
            <a:off x="301753" y="301752"/>
            <a:ext cx="2287214" cy="6254496"/>
          </a:xfrm>
          <a:blipFill>
            <a:blip r:embed="rId2">
              <a:alphaModFix amt="60000"/>
            </a:blip>
            <a:stretch>
              <a:fillRect/>
            </a:stretch>
          </a:blipFill>
        </p:spPr>
        <p:txBody>
          <a:bodyPr/>
          <a:lstStyle>
            <a:lvl1pPr marL="0" indent="0">
              <a:buNone/>
              <a:defRPr/>
            </a:lvl1pPr>
          </a:lstStyle>
          <a:p>
            <a:r>
              <a:rPr lang="en-US"/>
              <a:t>  </a:t>
            </a:r>
          </a:p>
        </p:txBody>
      </p:sp>
      <p:sp>
        <p:nvSpPr>
          <p:cNvPr id="24" name="Content Placeholder 7">
            <a:extLst>
              <a:ext uri="{FF2B5EF4-FFF2-40B4-BE49-F238E27FC236}">
                <a16:creationId xmlns:a16="http://schemas.microsoft.com/office/drawing/2014/main" id="{D9F3B242-0007-0319-DD0E-C53F1CE59074}"/>
              </a:ext>
            </a:extLst>
          </p:cNvPr>
          <p:cNvSpPr>
            <a:spLocks noGrp="1"/>
          </p:cNvSpPr>
          <p:nvPr>
            <p:ph sz="quarter" idx="14"/>
          </p:nvPr>
        </p:nvSpPr>
        <p:spPr>
          <a:xfrm>
            <a:off x="381000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8">
            <a:extLst>
              <a:ext uri="{FF2B5EF4-FFF2-40B4-BE49-F238E27FC236}">
                <a16:creationId xmlns:a16="http://schemas.microsoft.com/office/drawing/2014/main" id="{1A075F21-2BDF-AFA6-0060-65B156C83F54}"/>
              </a:ext>
            </a:extLst>
          </p:cNvPr>
          <p:cNvSpPr>
            <a:spLocks noGrp="1"/>
          </p:cNvSpPr>
          <p:nvPr>
            <p:ph type="ftr" sz="quarter" idx="16"/>
          </p:nvPr>
        </p:nvSpPr>
        <p:spPr>
          <a:xfrm>
            <a:off x="3810000" y="6346870"/>
            <a:ext cx="2805405" cy="365125"/>
          </a:xfrm>
        </p:spPr>
        <p:txBody>
          <a:bodyPr/>
          <a:lstStyle/>
          <a:p>
            <a:r>
              <a:rPr lang="en-US"/>
              <a:t>Sample Footer Text</a:t>
            </a:r>
          </a:p>
        </p:txBody>
      </p:sp>
      <p:sp>
        <p:nvSpPr>
          <p:cNvPr id="19" name="Date Placeholder 3">
            <a:extLst>
              <a:ext uri="{FF2B5EF4-FFF2-40B4-BE49-F238E27FC236}">
                <a16:creationId xmlns:a16="http://schemas.microsoft.com/office/drawing/2014/main" id="{A9AE630E-4E41-72F3-9B7D-A501ADBA940D}"/>
              </a:ext>
            </a:extLst>
          </p:cNvPr>
          <p:cNvSpPr>
            <a:spLocks noGrp="1"/>
          </p:cNvSpPr>
          <p:nvPr>
            <p:ph type="dt" sz="half" idx="15"/>
          </p:nvPr>
        </p:nvSpPr>
        <p:spPr>
          <a:xfrm>
            <a:off x="7313206" y="6346870"/>
            <a:ext cx="2925587" cy="365125"/>
          </a:xfrm>
        </p:spPr>
        <p:txBody>
          <a:bodyPr/>
          <a:lstStyle/>
          <a:p>
            <a:fld id="{A7F72289-EB8A-47CA-A283-A769C9E761BF}" type="datetime1">
              <a:rPr lang="en-US" smtClean="0"/>
              <a:t>12/15/2025</a:t>
            </a:fld>
            <a:endParaRPr lang="en-US"/>
          </a:p>
        </p:txBody>
      </p:sp>
      <p:sp>
        <p:nvSpPr>
          <p:cNvPr id="20" name="Slide Number Placeholder 9">
            <a:extLst>
              <a:ext uri="{FF2B5EF4-FFF2-40B4-BE49-F238E27FC236}">
                <a16:creationId xmlns:a16="http://schemas.microsoft.com/office/drawing/2014/main" id="{9922FFAC-6879-E94C-4B8D-7DF01B2C59E2}"/>
              </a:ext>
            </a:extLst>
          </p:cNvPr>
          <p:cNvSpPr>
            <a:spLocks noGrp="1"/>
          </p:cNvSpPr>
          <p:nvPr>
            <p:ph type="sldNum" sz="quarter" idx="17"/>
          </p:nvPr>
        </p:nvSpPr>
        <p:spPr>
          <a:xfrm>
            <a:off x="10238793" y="6346870"/>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6858000" cy="914400"/>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6870"/>
            <a:ext cx="2805405"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027206" y="6346870"/>
            <a:ext cx="2925587" cy="365125"/>
          </a:xfrm>
        </p:spPr>
        <p:txBody>
          <a:bodyPr/>
          <a:lstStyle/>
          <a:p>
            <a:fld id="{A7F72289-EB8A-47CA-A283-A769C9E761BF}" type="datetime1">
              <a:rPr lang="en-US" smtClean="0"/>
              <a:t>12/15/2025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952793" y="6346870"/>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18997909-0131-A5AB-BDFD-5E97BCADBD6A}"/>
              </a:ext>
              <a:ext uri="{C183D7F6-B498-43B3-948B-1728B52AA6E4}">
                <adec:decorative xmlns:adec="http://schemas.microsoft.com/office/drawing/2017/decorative" val="1"/>
              </a:ext>
            </a:extLst>
          </p:cNvPr>
          <p:cNvSpPr/>
          <p:nvPr userDrawn="1"/>
        </p:nvSpPr>
        <p:spPr>
          <a:xfrm>
            <a:off x="930128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icture Placeholder 34">
            <a:extLst>
              <a:ext uri="{FF2B5EF4-FFF2-40B4-BE49-F238E27FC236}">
                <a16:creationId xmlns:a16="http://schemas.microsoft.com/office/drawing/2014/main" id="{DF60756A-385A-6B79-E093-1C3F727234E3}"/>
              </a:ext>
            </a:extLst>
          </p:cNvPr>
          <p:cNvSpPr>
            <a:spLocks noGrp="1"/>
          </p:cNvSpPr>
          <p:nvPr>
            <p:ph type="pic" sz="quarter" idx="18" hasCustomPrompt="1"/>
          </p:nvPr>
        </p:nvSpPr>
        <p:spPr>
          <a:xfrm>
            <a:off x="9603033" y="301752"/>
            <a:ext cx="2287214" cy="6254496"/>
          </a:xfrm>
          <a:blipFill>
            <a:blip r:embed="rId2">
              <a:alphaModFix amt="60000"/>
            </a:blip>
            <a:stretch>
              <a:fillRect/>
            </a:stretch>
          </a:blipFill>
        </p:spPr>
        <p:txBody>
          <a:bodyPr/>
          <a:lstStyle>
            <a:lvl1pPr marL="0" indent="0">
              <a:buNone/>
              <a:defRPr/>
            </a:lvl1pPr>
          </a:lstStyle>
          <a:p>
            <a:r>
              <a:rPr lang="en-US"/>
              <a:t>  </a:t>
            </a:r>
          </a:p>
        </p:txBody>
      </p:sp>
      <p:grpSp>
        <p:nvGrpSpPr>
          <p:cNvPr id="12" name="Group 11">
            <a:extLst>
              <a:ext uri="{FF2B5EF4-FFF2-40B4-BE49-F238E27FC236}">
                <a16:creationId xmlns:a16="http://schemas.microsoft.com/office/drawing/2014/main" id="{C93FBD9B-BB94-CEED-C78F-D16C7C949103}"/>
              </a:ext>
            </a:extLst>
          </p:cNvPr>
          <p:cNvGrpSpPr/>
          <p:nvPr userDrawn="1"/>
        </p:nvGrpSpPr>
        <p:grpSpPr>
          <a:xfrm>
            <a:off x="8116493" y="685800"/>
            <a:ext cx="504370" cy="544340"/>
            <a:chOff x="10917026" y="837879"/>
            <a:chExt cx="513774" cy="554490"/>
          </a:xfrm>
        </p:grpSpPr>
        <p:sp>
          <p:nvSpPr>
            <p:cNvPr id="13" name="Graphic 12">
              <a:extLst>
                <a:ext uri="{FF2B5EF4-FFF2-40B4-BE49-F238E27FC236}">
                  <a16:creationId xmlns:a16="http://schemas.microsoft.com/office/drawing/2014/main" id="{A3EB4539-F175-6B4B-7F0C-0A2944DFF89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A7B804E8-3A22-78B4-B509-6DD4DBAE8D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5" name="Graphic 15">
              <a:extLst>
                <a:ext uri="{FF2B5EF4-FFF2-40B4-BE49-F238E27FC236}">
                  <a16:creationId xmlns:a16="http://schemas.microsoft.com/office/drawing/2014/main" id="{17E815E2-F347-3BE2-5C43-A012900BE63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262373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64FC88D-D92D-DA20-CF4A-84384D8C2F14}"/>
              </a:ext>
              <a:ext uri="{C183D7F6-B498-43B3-948B-1728B52AA6E4}">
                <adec:decorative xmlns:adec="http://schemas.microsoft.com/office/drawing/2017/decorative" val="1"/>
              </a:ext>
            </a:extLst>
          </p:cNvPr>
          <p:cNvSpPr/>
          <p:nvPr userDrawn="1"/>
        </p:nvSpPr>
        <p:spPr>
          <a:xfrm>
            <a:off x="0"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B688C643-D0E9-231F-EB37-6774C0A3E8F1}"/>
              </a:ext>
            </a:extLst>
          </p:cNvPr>
          <p:cNvGrpSpPr/>
          <p:nvPr userDrawn="1"/>
        </p:nvGrpSpPr>
        <p:grpSpPr>
          <a:xfrm>
            <a:off x="11078040" y="685800"/>
            <a:ext cx="504370" cy="544340"/>
            <a:chOff x="10917026" y="837879"/>
            <a:chExt cx="513774" cy="554490"/>
          </a:xfrm>
        </p:grpSpPr>
        <p:sp>
          <p:nvSpPr>
            <p:cNvPr id="22" name="Graphic 12">
              <a:extLst>
                <a:ext uri="{FF2B5EF4-FFF2-40B4-BE49-F238E27FC236}">
                  <a16:creationId xmlns:a16="http://schemas.microsoft.com/office/drawing/2014/main" id="{424C36C5-4A7D-CCF3-B51F-D0B88C6E608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3" name="Graphic 13">
              <a:extLst>
                <a:ext uri="{FF2B5EF4-FFF2-40B4-BE49-F238E27FC236}">
                  <a16:creationId xmlns:a16="http://schemas.microsoft.com/office/drawing/2014/main" id="{B0042815-752F-6DD6-53FD-A6E87B6E159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4" name="Graphic 15">
              <a:extLst>
                <a:ext uri="{FF2B5EF4-FFF2-40B4-BE49-F238E27FC236}">
                  <a16:creationId xmlns:a16="http://schemas.microsoft.com/office/drawing/2014/main" id="{CF56F6F2-7303-70CF-6CB5-85427DAC77B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5" name="Title 1">
            <a:extLst>
              <a:ext uri="{FF2B5EF4-FFF2-40B4-BE49-F238E27FC236}">
                <a16:creationId xmlns:a16="http://schemas.microsoft.com/office/drawing/2014/main" id="{140C24A2-BE01-3A87-C043-931216F0B64C}"/>
              </a:ext>
            </a:extLst>
          </p:cNvPr>
          <p:cNvSpPr>
            <a:spLocks noGrp="1"/>
          </p:cNvSpPr>
          <p:nvPr>
            <p:ph type="title"/>
          </p:nvPr>
        </p:nvSpPr>
        <p:spPr>
          <a:xfrm>
            <a:off x="6190488" y="731520"/>
            <a:ext cx="4663440" cy="1447800"/>
          </a:xfrm>
        </p:spPr>
        <p:txBody>
          <a:bodyPr anchor="b">
            <a:noAutofit/>
          </a:bodyPr>
          <a:lstStyle>
            <a:lvl1pPr>
              <a:defRPr sz="4000"/>
            </a:lvl1pPr>
          </a:lstStyle>
          <a:p>
            <a:r>
              <a:rPr lang="en-US"/>
              <a:t>Click to edit Master title style</a:t>
            </a:r>
          </a:p>
        </p:txBody>
      </p:sp>
      <p:sp>
        <p:nvSpPr>
          <p:cNvPr id="18" name="Picture Placeholder 34">
            <a:extLst>
              <a:ext uri="{FF2B5EF4-FFF2-40B4-BE49-F238E27FC236}">
                <a16:creationId xmlns:a16="http://schemas.microsoft.com/office/drawing/2014/main" id="{BEA2029F-15E2-0FF2-34DE-4EA7F2CAFC38}"/>
              </a:ext>
            </a:extLst>
          </p:cNvPr>
          <p:cNvSpPr>
            <a:spLocks noGrp="1"/>
          </p:cNvSpPr>
          <p:nvPr>
            <p:ph type="pic" sz="quarter" idx="18" hasCustomPrompt="1"/>
          </p:nvPr>
        </p:nvSpPr>
        <p:spPr>
          <a:xfrm>
            <a:off x="301752" y="301752"/>
            <a:ext cx="4672584" cy="6254496"/>
          </a:xfrm>
          <a:blipFill>
            <a:blip r:embed="rId2">
              <a:alphaModFix amt="60000"/>
            </a:blip>
            <a:stretch>
              <a:fillRect/>
            </a:stretch>
          </a:blipFill>
        </p:spPr>
        <p:txBody>
          <a:bodyPr/>
          <a:lstStyle>
            <a:lvl1pPr marL="0" indent="0">
              <a:buNone/>
              <a:defRPr/>
            </a:lvl1pPr>
          </a:lstStyle>
          <a:p>
            <a:r>
              <a:rPr lang="en-US"/>
              <a:t>  </a:t>
            </a:r>
          </a:p>
        </p:txBody>
      </p:sp>
      <p:sp>
        <p:nvSpPr>
          <p:cNvPr id="26" name="Content Placeholder 7">
            <a:extLst>
              <a:ext uri="{FF2B5EF4-FFF2-40B4-BE49-F238E27FC236}">
                <a16:creationId xmlns:a16="http://schemas.microsoft.com/office/drawing/2014/main" id="{7BFBE908-0DFE-6B84-D3F5-F4A5B0AF3EDF}"/>
              </a:ext>
            </a:extLst>
          </p:cNvPr>
          <p:cNvSpPr>
            <a:spLocks noGrp="1"/>
          </p:cNvSpPr>
          <p:nvPr>
            <p:ph sz="quarter" idx="14"/>
          </p:nvPr>
        </p:nvSpPr>
        <p:spPr>
          <a:xfrm>
            <a:off x="6195931"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90488" y="6343955"/>
            <a:ext cx="2105099"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60666" y="6343955"/>
            <a:ext cx="1772029" cy="365125"/>
          </a:xfrm>
        </p:spPr>
        <p:txBody>
          <a:bodyPr/>
          <a:lstStyle>
            <a:lvl1pPr>
              <a:defRPr>
                <a:solidFill>
                  <a:schemeClr val="tx1"/>
                </a:solidFill>
                <a:effectLst/>
              </a:defRPr>
            </a:lvl1pPr>
          </a:lstStyle>
          <a:p>
            <a:fld id="{74049900-C118-46F7-B9EF-5F7C1F0005B2}" type="datetime1">
              <a:rPr lang="en-US" smtClean="0"/>
              <a:t>12/15/2025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23269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59BB2C-7590-FBB4-3327-5EC2E6FF4657}"/>
              </a:ext>
              <a:ext uri="{C183D7F6-B498-43B3-948B-1728B52AA6E4}">
                <adec:decorative xmlns:adec="http://schemas.microsoft.com/office/drawing/2017/decorative" val="1"/>
              </a:ext>
            </a:extLst>
          </p:cNvPr>
          <p:cNvSpPr/>
          <p:nvPr userDrawn="1"/>
        </p:nvSpPr>
        <p:spPr>
          <a:xfrm>
            <a:off x="6915912"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0F5D989-607B-FB7F-0F99-0E7B26A16824}"/>
              </a:ext>
            </a:extLst>
          </p:cNvPr>
          <p:cNvSpPr>
            <a:spLocks noGrp="1"/>
          </p:cNvSpPr>
          <p:nvPr>
            <p:ph type="title"/>
          </p:nvPr>
        </p:nvSpPr>
        <p:spPr>
          <a:xfrm>
            <a:off x="731520" y="731520"/>
            <a:ext cx="4760540" cy="1463040"/>
          </a:xfrm>
        </p:spPr>
        <p:txBody>
          <a:bodyPr anchor="b">
            <a:noAutofit/>
          </a:bodyPr>
          <a:lstStyle>
            <a:lvl1pPr>
              <a:defRPr sz="4000"/>
            </a:lvl1pPr>
          </a:lstStyle>
          <a:p>
            <a:r>
              <a:rPr lang="en-US"/>
              <a:t>Click to edit Master title style</a:t>
            </a:r>
          </a:p>
        </p:txBody>
      </p:sp>
      <p:sp>
        <p:nvSpPr>
          <p:cNvPr id="13" name="Content Placeholder 7">
            <a:extLst>
              <a:ext uri="{FF2B5EF4-FFF2-40B4-BE49-F238E27FC236}">
                <a16:creationId xmlns:a16="http://schemas.microsoft.com/office/drawing/2014/main" id="{0DDD81C0-07D7-782E-23E7-41B36AC20214}"/>
              </a:ext>
            </a:extLst>
          </p:cNvPr>
          <p:cNvSpPr>
            <a:spLocks noGrp="1"/>
          </p:cNvSpPr>
          <p:nvPr>
            <p:ph sz="quarter" idx="14"/>
          </p:nvPr>
        </p:nvSpPr>
        <p:spPr>
          <a:xfrm>
            <a:off x="731520"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CAB313A0-3D14-8B7E-4DCD-7023183E01C3}"/>
              </a:ext>
            </a:extLst>
          </p:cNvPr>
          <p:cNvSpPr>
            <a:spLocks noGrp="1"/>
          </p:cNvSpPr>
          <p:nvPr>
            <p:ph type="ftr" sz="quarter" idx="11"/>
          </p:nvPr>
        </p:nvSpPr>
        <p:spPr>
          <a:xfrm>
            <a:off x="731520" y="6343955"/>
            <a:ext cx="2105099" cy="365125"/>
          </a:xfrm>
        </p:spPr>
        <p:txBody>
          <a:bodyPr/>
          <a:lstStyle/>
          <a:p>
            <a:r>
              <a:rPr lang="en-US"/>
              <a:t>Sample Footer Text</a:t>
            </a:r>
          </a:p>
        </p:txBody>
      </p:sp>
      <p:sp>
        <p:nvSpPr>
          <p:cNvPr id="14" name="Date Placeholder 4">
            <a:extLst>
              <a:ext uri="{FF2B5EF4-FFF2-40B4-BE49-F238E27FC236}">
                <a16:creationId xmlns:a16="http://schemas.microsoft.com/office/drawing/2014/main" id="{ED1993B6-5797-FC08-C430-C673385C562D}"/>
              </a:ext>
            </a:extLst>
          </p:cNvPr>
          <p:cNvSpPr>
            <a:spLocks noGrp="1"/>
          </p:cNvSpPr>
          <p:nvPr>
            <p:ph type="dt" sz="half" idx="10"/>
          </p:nvPr>
        </p:nvSpPr>
        <p:spPr>
          <a:xfrm>
            <a:off x="3794178" y="6343955"/>
            <a:ext cx="1772029" cy="365125"/>
          </a:xfrm>
        </p:spPr>
        <p:txBody>
          <a:bodyPr/>
          <a:lstStyle>
            <a:lvl1pPr>
              <a:defRPr>
                <a:solidFill>
                  <a:schemeClr val="tx1"/>
                </a:solidFill>
                <a:effectLst/>
              </a:defRPr>
            </a:lvl1pPr>
          </a:lstStyle>
          <a:p>
            <a:fld id="{74049900-C118-46F7-B9EF-5F7C1F0005B2}" type="datetime1">
              <a:rPr lang="en-US" smtClean="0"/>
              <a:t>12/15/2025</a:t>
            </a:fld>
            <a:endParaRPr lang="en-US"/>
          </a:p>
        </p:txBody>
      </p:sp>
      <p:sp>
        <p:nvSpPr>
          <p:cNvPr id="16" name="Slide Number Placeholder 6">
            <a:extLst>
              <a:ext uri="{FF2B5EF4-FFF2-40B4-BE49-F238E27FC236}">
                <a16:creationId xmlns:a16="http://schemas.microsoft.com/office/drawing/2014/main" id="{DF8C9955-F196-5067-514B-5A38AEFE02E9}"/>
              </a:ext>
            </a:extLst>
          </p:cNvPr>
          <p:cNvSpPr>
            <a:spLocks noGrp="1"/>
          </p:cNvSpPr>
          <p:nvPr>
            <p:ph type="sldNum" sz="quarter" idx="12"/>
          </p:nvPr>
        </p:nvSpPr>
        <p:spPr>
          <a:xfrm>
            <a:off x="5566207" y="6343955"/>
            <a:ext cx="695108" cy="365125"/>
          </a:xfrm>
        </p:spPr>
        <p:txBody>
          <a:bodyPr/>
          <a:lstStyle/>
          <a:p>
            <a:fld id="{AEAA3239-9EA4-4A65-A281-97F994456D9F}" type="slidenum">
              <a:rPr lang="en-US" smtClean="0"/>
              <a:t>‹#›</a:t>
            </a:fld>
            <a:endParaRPr lang="en-US"/>
          </a:p>
        </p:txBody>
      </p:sp>
      <p:sp>
        <p:nvSpPr>
          <p:cNvPr id="10" name="Picture Placeholder 34">
            <a:extLst>
              <a:ext uri="{FF2B5EF4-FFF2-40B4-BE49-F238E27FC236}">
                <a16:creationId xmlns:a16="http://schemas.microsoft.com/office/drawing/2014/main" id="{39BF7065-8AF2-D931-49F8-454004870315}"/>
              </a:ext>
            </a:extLst>
          </p:cNvPr>
          <p:cNvSpPr>
            <a:spLocks noGrp="1"/>
          </p:cNvSpPr>
          <p:nvPr>
            <p:ph type="pic" sz="quarter" idx="18" hasCustomPrompt="1"/>
          </p:nvPr>
        </p:nvSpPr>
        <p:spPr>
          <a:xfrm>
            <a:off x="7217664" y="301752"/>
            <a:ext cx="4672584" cy="6254496"/>
          </a:xfrm>
          <a:blipFill>
            <a:blip r:embed="rId2">
              <a:alphaModFix amt="60000"/>
            </a:blip>
            <a:stretch>
              <a:fillRect/>
            </a:stretch>
          </a:blipFill>
        </p:spPr>
        <p:txBody>
          <a:bodyPr/>
          <a:lstStyle>
            <a:lvl1pPr marL="0" indent="0">
              <a:buNone/>
              <a:defRPr/>
            </a:lvl1pPr>
          </a:lstStyle>
          <a:p>
            <a:r>
              <a:rPr lang="en-US"/>
              <a:t>  </a:t>
            </a:r>
          </a:p>
        </p:txBody>
      </p:sp>
      <p:grpSp>
        <p:nvGrpSpPr>
          <p:cNvPr id="2" name="Group 1">
            <a:extLst>
              <a:ext uri="{FF2B5EF4-FFF2-40B4-BE49-F238E27FC236}">
                <a16:creationId xmlns:a16="http://schemas.microsoft.com/office/drawing/2014/main" id="{96DA45BA-0F8A-4A64-8B62-9586386978BE}"/>
              </a:ext>
            </a:extLst>
          </p:cNvPr>
          <p:cNvGrpSpPr/>
          <p:nvPr userDrawn="1"/>
        </p:nvGrpSpPr>
        <p:grpSpPr>
          <a:xfrm>
            <a:off x="5731125" y="685800"/>
            <a:ext cx="504370" cy="544340"/>
            <a:chOff x="10917026" y="837879"/>
            <a:chExt cx="513774" cy="554490"/>
          </a:xfrm>
        </p:grpSpPr>
        <p:sp>
          <p:nvSpPr>
            <p:cNvPr id="3" name="Graphic 12">
              <a:extLst>
                <a:ext uri="{FF2B5EF4-FFF2-40B4-BE49-F238E27FC236}">
                  <a16:creationId xmlns:a16="http://schemas.microsoft.com/office/drawing/2014/main" id="{37384074-2785-F317-D94C-0A50BF6CF2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29AE60DE-4722-9C1D-3B24-48359F2978F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252AF6E6-C7EE-AC03-2270-108B472CD8A6}"/>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940440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88E269-88CE-8C16-5FFA-6422CB84D5CA}"/>
              </a:ext>
              <a:ext uri="{C183D7F6-B498-43B3-948B-1728B52AA6E4}">
                <adec:decorative xmlns:adec="http://schemas.microsoft.com/office/drawing/2017/decorative" val="1"/>
              </a:ext>
            </a:extLst>
          </p:cNvPr>
          <p:cNvSpPr/>
          <p:nvPr userDrawn="1"/>
        </p:nvSpPr>
        <p:spPr>
          <a:xfrm>
            <a:off x="-13138" y="1524"/>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900E387-922C-953A-843A-B9F023262BD7}"/>
              </a:ext>
            </a:extLst>
          </p:cNvPr>
          <p:cNvSpPr>
            <a:spLocks noGrp="1"/>
          </p:cNvSpPr>
          <p:nvPr>
            <p:ph type="title"/>
          </p:nvPr>
        </p:nvSpPr>
        <p:spPr>
          <a:xfrm>
            <a:off x="7178104" y="731520"/>
            <a:ext cx="3566160" cy="1463040"/>
          </a:xfrm>
        </p:spPr>
        <p:txBody>
          <a:bodyPr anchor="b">
            <a:noAutofit/>
          </a:bodyPr>
          <a:lstStyle>
            <a:lvl1pPr>
              <a:defRPr sz="4000"/>
            </a:lvl1pPr>
          </a:lstStyle>
          <a:p>
            <a:r>
              <a:rPr lang="en-US"/>
              <a:t>Click to edit Master title style</a:t>
            </a:r>
          </a:p>
        </p:txBody>
      </p:sp>
      <p:sp>
        <p:nvSpPr>
          <p:cNvPr id="14" name="Picture Placeholder 19">
            <a:extLst>
              <a:ext uri="{FF2B5EF4-FFF2-40B4-BE49-F238E27FC236}">
                <a16:creationId xmlns:a16="http://schemas.microsoft.com/office/drawing/2014/main" id="{38E1518C-B8DA-5FB3-D59D-3C0852649A63}"/>
              </a:ext>
            </a:extLst>
          </p:cNvPr>
          <p:cNvSpPr>
            <a:spLocks noGrp="1"/>
          </p:cNvSpPr>
          <p:nvPr>
            <p:ph type="pic" sz="quarter" idx="18" hasCustomPrompt="1"/>
          </p:nvPr>
        </p:nvSpPr>
        <p:spPr>
          <a:xfrm>
            <a:off x="288485" y="303276"/>
            <a:ext cx="5677791" cy="6251447"/>
          </a:xfrm>
          <a:blipFill>
            <a:blip r:embed="rId2">
              <a:alphaModFix amt="60000"/>
            </a:blip>
            <a:stretch>
              <a:fillRect/>
            </a:stretch>
          </a:blipFill>
        </p:spPr>
        <p:txBody>
          <a:bodyPr/>
          <a:lstStyle>
            <a:lvl1pPr marL="0" indent="0">
              <a:buNone/>
              <a:defRPr/>
            </a:lvl1pPr>
          </a:lstStyle>
          <a:p>
            <a:r>
              <a:rPr lang="en-US"/>
              <a:t>  </a:t>
            </a:r>
          </a:p>
        </p:txBody>
      </p:sp>
      <p:sp>
        <p:nvSpPr>
          <p:cNvPr id="12" name="Content Placeholder 7">
            <a:extLst>
              <a:ext uri="{FF2B5EF4-FFF2-40B4-BE49-F238E27FC236}">
                <a16:creationId xmlns:a16="http://schemas.microsoft.com/office/drawing/2014/main" id="{35F0A005-5A5E-B738-FB00-880E7ABF3C82}"/>
              </a:ext>
            </a:extLst>
          </p:cNvPr>
          <p:cNvSpPr>
            <a:spLocks noGrp="1"/>
          </p:cNvSpPr>
          <p:nvPr>
            <p:ph sz="quarter" idx="14"/>
          </p:nvPr>
        </p:nvSpPr>
        <p:spPr>
          <a:xfrm>
            <a:off x="7178233"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178105" y="6343955"/>
            <a:ext cx="2012061"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190166" y="6343955"/>
            <a:ext cx="922372" cy="365125"/>
          </a:xfrm>
        </p:spPr>
        <p:txBody>
          <a:bodyPr/>
          <a:lstStyle/>
          <a:p>
            <a:fld id="{0B4A3A31-ACEE-4A00-9ED7-D579651BDB0B}" type="datetime1">
              <a:rPr lang="en-US" smtClean="0"/>
              <a:t>12/15/2025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212180" y="6343955"/>
            <a:ext cx="429207" cy="365125"/>
          </a:xfrm>
        </p:spPr>
        <p:txBody>
          <a:bodyPr/>
          <a:lstStyle/>
          <a:p>
            <a:fld id="{AEAA3239-9EA4-4A65-A281-97F994456D9F}" type="slidenum">
              <a:rPr lang="en-US" smtClean="0"/>
              <a:t>‹#›</a:t>
            </a:fld>
            <a:endParaRPr lang="en-US"/>
          </a:p>
        </p:txBody>
      </p:sp>
      <p:grpSp>
        <p:nvGrpSpPr>
          <p:cNvPr id="15" name="Group 14">
            <a:extLst>
              <a:ext uri="{FF2B5EF4-FFF2-40B4-BE49-F238E27FC236}">
                <a16:creationId xmlns:a16="http://schemas.microsoft.com/office/drawing/2014/main" id="{F5085F88-91FD-D282-D563-71C441A10FEE}"/>
              </a:ext>
            </a:extLst>
          </p:cNvPr>
          <p:cNvGrpSpPr/>
          <p:nvPr userDrawn="1"/>
        </p:nvGrpSpPr>
        <p:grpSpPr>
          <a:xfrm>
            <a:off x="11078040" y="685800"/>
            <a:ext cx="504370" cy="544340"/>
            <a:chOff x="10917026" y="837879"/>
            <a:chExt cx="513774" cy="554490"/>
          </a:xfrm>
        </p:grpSpPr>
        <p:sp>
          <p:nvSpPr>
            <p:cNvPr id="16" name="Graphic 12">
              <a:extLst>
                <a:ext uri="{FF2B5EF4-FFF2-40B4-BE49-F238E27FC236}">
                  <a16:creationId xmlns:a16="http://schemas.microsoft.com/office/drawing/2014/main" id="{46032939-0CC3-2255-D3BA-4C4BA045A7F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7" name="Graphic 13">
              <a:extLst>
                <a:ext uri="{FF2B5EF4-FFF2-40B4-BE49-F238E27FC236}">
                  <a16:creationId xmlns:a16="http://schemas.microsoft.com/office/drawing/2014/main" id="{326CB967-92AC-04E3-A374-19C8169244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8" name="Graphic 15">
              <a:extLst>
                <a:ext uri="{FF2B5EF4-FFF2-40B4-BE49-F238E27FC236}">
                  <a16:creationId xmlns:a16="http://schemas.microsoft.com/office/drawing/2014/main" id="{3467D95A-0128-AF21-E271-EC4877C892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3357419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19" y="731520"/>
            <a:ext cx="3734215" cy="1463040"/>
          </a:xfrm>
        </p:spPr>
        <p:txBody>
          <a:bodyPr anchor="b">
            <a:no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31520" y="6343955"/>
            <a:ext cx="1637337"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3617591" y="6343955"/>
            <a:ext cx="949766" cy="365125"/>
          </a:xfrm>
        </p:spPr>
        <p:txBody>
          <a:bodyPr/>
          <a:lstStyle/>
          <a:p>
            <a:fld id="{0D1F969F-5863-4766-8113-71CA528EC836}" type="datetime1">
              <a:rPr lang="en-US" smtClean="0"/>
              <a:t>12/15/2025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567357" y="6343955"/>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D6D97762-21CE-742F-476A-8D113FA7710B}"/>
              </a:ext>
              <a:ext uri="{C183D7F6-B498-43B3-948B-1728B52AA6E4}">
                <adec:decorative xmlns:adec="http://schemas.microsoft.com/office/drawing/2017/decorative" val="1"/>
              </a:ext>
            </a:extLst>
          </p:cNvPr>
          <p:cNvSpPr/>
          <p:nvPr userDrawn="1"/>
        </p:nvSpPr>
        <p:spPr>
          <a:xfrm>
            <a:off x="5910835" y="0"/>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19">
            <a:extLst>
              <a:ext uri="{FF2B5EF4-FFF2-40B4-BE49-F238E27FC236}">
                <a16:creationId xmlns:a16="http://schemas.microsoft.com/office/drawing/2014/main" id="{3A0DA082-043B-10E6-F85B-5FE613224E99}"/>
              </a:ext>
            </a:extLst>
          </p:cNvPr>
          <p:cNvSpPr>
            <a:spLocks noGrp="1"/>
          </p:cNvSpPr>
          <p:nvPr>
            <p:ph type="pic" sz="quarter" idx="18" hasCustomPrompt="1"/>
          </p:nvPr>
        </p:nvSpPr>
        <p:spPr>
          <a:xfrm>
            <a:off x="6212458" y="301752"/>
            <a:ext cx="5677791" cy="6251447"/>
          </a:xfrm>
          <a:blipFill>
            <a:blip r:embed="rId2">
              <a:alphaModFix amt="60000"/>
            </a:blip>
            <a:stretch>
              <a:fillRect/>
            </a:stretch>
          </a:blipFill>
        </p:spPr>
        <p:txBody>
          <a:bodyPr/>
          <a:lstStyle>
            <a:lvl1pPr marL="0" indent="0">
              <a:buNone/>
              <a:defRPr/>
            </a:lvl1pPr>
          </a:lstStyle>
          <a:p>
            <a:r>
              <a:rPr lang="en-US"/>
              <a:t>  </a:t>
            </a:r>
          </a:p>
        </p:txBody>
      </p:sp>
      <p:grpSp>
        <p:nvGrpSpPr>
          <p:cNvPr id="6" name="Group 5">
            <a:extLst>
              <a:ext uri="{FF2B5EF4-FFF2-40B4-BE49-F238E27FC236}">
                <a16:creationId xmlns:a16="http://schemas.microsoft.com/office/drawing/2014/main" id="{9A8D083D-C540-D2F5-A63D-179C0B9297D1}"/>
              </a:ext>
            </a:extLst>
          </p:cNvPr>
          <p:cNvGrpSpPr/>
          <p:nvPr userDrawn="1"/>
        </p:nvGrpSpPr>
        <p:grpSpPr>
          <a:xfrm>
            <a:off x="4708236" y="685800"/>
            <a:ext cx="504370" cy="544340"/>
            <a:chOff x="10917026" y="837879"/>
            <a:chExt cx="513774" cy="554490"/>
          </a:xfrm>
        </p:grpSpPr>
        <p:sp>
          <p:nvSpPr>
            <p:cNvPr id="7" name="Graphic 12">
              <a:extLst>
                <a:ext uri="{FF2B5EF4-FFF2-40B4-BE49-F238E27FC236}">
                  <a16:creationId xmlns:a16="http://schemas.microsoft.com/office/drawing/2014/main" id="{C093ED64-0C42-9BE5-744F-84BC0FC56BC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1" name="Graphic 13">
              <a:extLst>
                <a:ext uri="{FF2B5EF4-FFF2-40B4-BE49-F238E27FC236}">
                  <a16:creationId xmlns:a16="http://schemas.microsoft.com/office/drawing/2014/main" id="{FEC78D10-4FD6-6427-73BE-7E91E74A3A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2" name="Graphic 15">
              <a:extLst>
                <a:ext uri="{FF2B5EF4-FFF2-40B4-BE49-F238E27FC236}">
                  <a16:creationId xmlns:a16="http://schemas.microsoft.com/office/drawing/2014/main" id="{1F87DA6C-8CB7-C8C3-42EF-FB410EF4E4A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46278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1568231-6EE1-C9D1-731F-866CD76D7217}"/>
              </a:ext>
              <a:ext uri="{C183D7F6-B498-43B3-948B-1728B52AA6E4}">
                <adec:decorative xmlns:adec="http://schemas.microsoft.com/office/drawing/2017/decorative" val="1"/>
              </a:ext>
            </a:extLst>
          </p:cNvPr>
          <p:cNvSpPr/>
          <p:nvPr userDrawn="1"/>
        </p:nvSpPr>
        <p:spPr>
          <a:xfrm>
            <a:off x="-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8CADE79-1143-4025-5E81-CDF840A55570}"/>
              </a:ext>
            </a:extLst>
          </p:cNvPr>
          <p:cNvGrpSpPr/>
          <p:nvPr userDrawn="1"/>
        </p:nvGrpSpPr>
        <p:grpSpPr>
          <a:xfrm>
            <a:off x="11078040" y="685800"/>
            <a:ext cx="504370" cy="544340"/>
            <a:chOff x="10917026" y="837879"/>
            <a:chExt cx="513774" cy="554490"/>
          </a:xfrm>
        </p:grpSpPr>
        <p:sp>
          <p:nvSpPr>
            <p:cNvPr id="19" name="Graphic 12">
              <a:extLst>
                <a:ext uri="{FF2B5EF4-FFF2-40B4-BE49-F238E27FC236}">
                  <a16:creationId xmlns:a16="http://schemas.microsoft.com/office/drawing/2014/main" id="{AED6A418-02F5-0E8F-B066-68C4FC75E8F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0" name="Graphic 13">
              <a:extLst>
                <a:ext uri="{FF2B5EF4-FFF2-40B4-BE49-F238E27FC236}">
                  <a16:creationId xmlns:a16="http://schemas.microsoft.com/office/drawing/2014/main" id="{78A9BA8F-867C-C0C4-EAFC-DD16736ECDE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1" name="Graphic 15">
              <a:extLst>
                <a:ext uri="{FF2B5EF4-FFF2-40B4-BE49-F238E27FC236}">
                  <a16:creationId xmlns:a16="http://schemas.microsoft.com/office/drawing/2014/main" id="{E36243AC-DEA9-2BB6-9493-F12EF61BAC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4" name="Title 1">
            <a:extLst>
              <a:ext uri="{FF2B5EF4-FFF2-40B4-BE49-F238E27FC236}">
                <a16:creationId xmlns:a16="http://schemas.microsoft.com/office/drawing/2014/main" id="{0BF1A3E9-2DA8-EFCD-1945-10B7E4A7FC17}"/>
              </a:ext>
            </a:extLst>
          </p:cNvPr>
          <p:cNvSpPr>
            <a:spLocks noGrp="1"/>
          </p:cNvSpPr>
          <p:nvPr>
            <p:ph type="title"/>
          </p:nvPr>
        </p:nvSpPr>
        <p:spPr>
          <a:xfrm>
            <a:off x="7913788" y="731519"/>
            <a:ext cx="2699254" cy="2377440"/>
          </a:xfrm>
        </p:spPr>
        <p:txBody>
          <a:bodyPr anchor="b">
            <a:noAutofit/>
          </a:bodyPr>
          <a:lstStyle/>
          <a:p>
            <a:r>
              <a:rPr lang="en-US"/>
              <a:t>Click to edit Master title style</a:t>
            </a:r>
          </a:p>
        </p:txBody>
      </p:sp>
      <p:sp>
        <p:nvSpPr>
          <p:cNvPr id="16" name="Picture Placeholder 19">
            <a:extLst>
              <a:ext uri="{FF2B5EF4-FFF2-40B4-BE49-F238E27FC236}">
                <a16:creationId xmlns:a16="http://schemas.microsoft.com/office/drawing/2014/main" id="{5B7D5800-440E-ABD3-D549-DBAB5788D851}"/>
              </a:ext>
            </a:extLst>
          </p:cNvPr>
          <p:cNvSpPr>
            <a:spLocks noGrp="1"/>
          </p:cNvSpPr>
          <p:nvPr>
            <p:ph type="pic" sz="quarter" idx="18" hasCustomPrompt="1"/>
          </p:nvPr>
        </p:nvSpPr>
        <p:spPr>
          <a:xfrm>
            <a:off x="306362" y="301752"/>
            <a:ext cx="6402283" cy="6251447"/>
          </a:xfrm>
          <a:blipFill>
            <a:blip r:embed="rId2">
              <a:alphaModFix amt="60000"/>
            </a:blip>
            <a:stretch>
              <a:fillRect/>
            </a:stretch>
          </a:blipFill>
        </p:spPr>
        <p:txBody>
          <a:bodyPr/>
          <a:lstStyle>
            <a:lvl1pPr marL="0" indent="0">
              <a:buNone/>
              <a:defRPr/>
            </a:lvl1pPr>
          </a:lstStyle>
          <a:p>
            <a:r>
              <a:rPr lang="en-US"/>
              <a:t>  </a:t>
            </a:r>
          </a:p>
        </p:txBody>
      </p:sp>
      <p:sp>
        <p:nvSpPr>
          <p:cNvPr id="25" name="Content Placeholder 7">
            <a:extLst>
              <a:ext uri="{FF2B5EF4-FFF2-40B4-BE49-F238E27FC236}">
                <a16:creationId xmlns:a16="http://schemas.microsoft.com/office/drawing/2014/main" id="{EBCA59A2-F29D-63E1-CCFC-C5630CD91770}"/>
              </a:ext>
            </a:extLst>
          </p:cNvPr>
          <p:cNvSpPr>
            <a:spLocks noGrp="1"/>
          </p:cNvSpPr>
          <p:nvPr>
            <p:ph sz="quarter" idx="14"/>
          </p:nvPr>
        </p:nvSpPr>
        <p:spPr>
          <a:xfrm>
            <a:off x="7914782"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913788"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29261"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12/15/2025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18383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B3EF42-50EE-E6A8-A9C2-7AFE6D442ADC}"/>
              </a:ext>
              <a:ext uri="{C183D7F6-B498-43B3-948B-1728B52AA6E4}">
                <adec:decorative xmlns:adec="http://schemas.microsoft.com/office/drawing/2017/decorative" val="1"/>
              </a:ext>
            </a:extLst>
          </p:cNvPr>
          <p:cNvSpPr/>
          <p:nvPr userDrawn="1"/>
        </p:nvSpPr>
        <p:spPr>
          <a:xfrm>
            <a:off x="519684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252F0D5-BB41-D48B-86B3-F11E48AF7EA8}"/>
              </a:ext>
            </a:extLst>
          </p:cNvPr>
          <p:cNvGrpSpPr/>
          <p:nvPr userDrawn="1"/>
        </p:nvGrpSpPr>
        <p:grpSpPr>
          <a:xfrm>
            <a:off x="3894778" y="685800"/>
            <a:ext cx="504370" cy="544340"/>
            <a:chOff x="10917026" y="837879"/>
            <a:chExt cx="513774" cy="554490"/>
          </a:xfrm>
        </p:grpSpPr>
        <p:sp>
          <p:nvSpPr>
            <p:cNvPr id="11" name="Graphic 12">
              <a:extLst>
                <a:ext uri="{FF2B5EF4-FFF2-40B4-BE49-F238E27FC236}">
                  <a16:creationId xmlns:a16="http://schemas.microsoft.com/office/drawing/2014/main" id="{6296570F-FB5B-F825-C362-F81EFAF021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6" name="Graphic 13">
              <a:extLst>
                <a:ext uri="{FF2B5EF4-FFF2-40B4-BE49-F238E27FC236}">
                  <a16:creationId xmlns:a16="http://schemas.microsoft.com/office/drawing/2014/main" id="{4C1B3463-18E1-346D-1A07-8930AA65C10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7" name="Graphic 15">
              <a:extLst>
                <a:ext uri="{FF2B5EF4-FFF2-40B4-BE49-F238E27FC236}">
                  <a16:creationId xmlns:a16="http://schemas.microsoft.com/office/drawing/2014/main" id="{93FF8579-2163-3C63-2EAE-9C03E5709D0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0" name="Title 1">
            <a:extLst>
              <a:ext uri="{FF2B5EF4-FFF2-40B4-BE49-F238E27FC236}">
                <a16:creationId xmlns:a16="http://schemas.microsoft.com/office/drawing/2014/main" id="{24B91569-6261-A0AF-CAF5-5AAD160092EB}"/>
              </a:ext>
            </a:extLst>
          </p:cNvPr>
          <p:cNvSpPr>
            <a:spLocks noGrp="1"/>
          </p:cNvSpPr>
          <p:nvPr>
            <p:ph type="title"/>
          </p:nvPr>
        </p:nvSpPr>
        <p:spPr>
          <a:xfrm>
            <a:off x="730526" y="731519"/>
            <a:ext cx="2699254" cy="2377440"/>
          </a:xfrm>
        </p:spPr>
        <p:txBody>
          <a:bodyPr anchor="b">
            <a:noAutofit/>
          </a:bodyPr>
          <a:lstStyle/>
          <a:p>
            <a:r>
              <a:rPr lang="en-US"/>
              <a:t>Click to edit Master title style</a:t>
            </a:r>
          </a:p>
        </p:txBody>
      </p:sp>
      <p:sp>
        <p:nvSpPr>
          <p:cNvPr id="21" name="Content Placeholder 7">
            <a:extLst>
              <a:ext uri="{FF2B5EF4-FFF2-40B4-BE49-F238E27FC236}">
                <a16:creationId xmlns:a16="http://schemas.microsoft.com/office/drawing/2014/main" id="{8C24D5D5-972A-AD73-FCA8-59A4C6B48FA9}"/>
              </a:ext>
            </a:extLst>
          </p:cNvPr>
          <p:cNvSpPr>
            <a:spLocks noGrp="1"/>
          </p:cNvSpPr>
          <p:nvPr>
            <p:ph sz="quarter" idx="14"/>
          </p:nvPr>
        </p:nvSpPr>
        <p:spPr>
          <a:xfrm>
            <a:off x="731520"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7D31BD8-3002-3D4D-9B87-D0017F5E678A}"/>
              </a:ext>
            </a:extLst>
          </p:cNvPr>
          <p:cNvSpPr>
            <a:spLocks noGrp="1"/>
          </p:cNvSpPr>
          <p:nvPr>
            <p:ph type="ftr" sz="quarter" idx="11"/>
          </p:nvPr>
        </p:nvSpPr>
        <p:spPr>
          <a:xfrm>
            <a:off x="730526" y="6343955"/>
            <a:ext cx="1404460" cy="365125"/>
          </a:xfrm>
        </p:spPr>
        <p:txBody>
          <a:bodyPr/>
          <a:lstStyle/>
          <a:p>
            <a:r>
              <a:rPr lang="en-US"/>
              <a:t>Sample Footer Text</a:t>
            </a:r>
          </a:p>
        </p:txBody>
      </p:sp>
      <p:sp>
        <p:nvSpPr>
          <p:cNvPr id="3" name="Date Placeholder 4">
            <a:extLst>
              <a:ext uri="{FF2B5EF4-FFF2-40B4-BE49-F238E27FC236}">
                <a16:creationId xmlns:a16="http://schemas.microsoft.com/office/drawing/2014/main" id="{7E9A08EF-98CF-24AA-BB25-5C3DE6B90335}"/>
              </a:ext>
            </a:extLst>
          </p:cNvPr>
          <p:cNvSpPr>
            <a:spLocks noGrp="1"/>
          </p:cNvSpPr>
          <p:nvPr>
            <p:ph type="dt" sz="half" idx="10"/>
          </p:nvPr>
        </p:nvSpPr>
        <p:spPr>
          <a:xfrm>
            <a:off x="2145999"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12/15/2025</a:t>
            </a:fld>
            <a:endParaRPr lang="en-US"/>
          </a:p>
        </p:txBody>
      </p:sp>
      <p:sp>
        <p:nvSpPr>
          <p:cNvPr id="9" name="Slide Number Placeholder 6">
            <a:extLst>
              <a:ext uri="{FF2B5EF4-FFF2-40B4-BE49-F238E27FC236}">
                <a16:creationId xmlns:a16="http://schemas.microsoft.com/office/drawing/2014/main" id="{C210CE1A-436A-BCAA-2323-18AE3B537B07}"/>
              </a:ext>
            </a:extLst>
          </p:cNvPr>
          <p:cNvSpPr>
            <a:spLocks noGrp="1"/>
          </p:cNvSpPr>
          <p:nvPr>
            <p:ph type="sldNum" sz="quarter" idx="12"/>
          </p:nvPr>
        </p:nvSpPr>
        <p:spPr>
          <a:xfrm>
            <a:off x="3000573" y="6343955"/>
            <a:ext cx="429207" cy="365125"/>
          </a:xfrm>
        </p:spPr>
        <p:txBody>
          <a:bodyPr/>
          <a:lstStyle/>
          <a:p>
            <a:fld id="{AEAA3239-9EA4-4A65-A281-97F994456D9F}" type="slidenum">
              <a:rPr lang="en-US" smtClean="0"/>
              <a:t>‹#›</a:t>
            </a:fld>
            <a:endParaRPr lang="en-US"/>
          </a:p>
        </p:txBody>
      </p:sp>
      <p:sp>
        <p:nvSpPr>
          <p:cNvPr id="19" name="Picture Placeholder 19">
            <a:extLst>
              <a:ext uri="{FF2B5EF4-FFF2-40B4-BE49-F238E27FC236}">
                <a16:creationId xmlns:a16="http://schemas.microsoft.com/office/drawing/2014/main" id="{988477FF-DF9B-F437-734F-A0142244B586}"/>
              </a:ext>
            </a:extLst>
          </p:cNvPr>
          <p:cNvSpPr>
            <a:spLocks noGrp="1"/>
          </p:cNvSpPr>
          <p:nvPr>
            <p:ph type="pic" sz="quarter" idx="18" hasCustomPrompt="1"/>
          </p:nvPr>
        </p:nvSpPr>
        <p:spPr>
          <a:xfrm>
            <a:off x="5503204" y="301752"/>
            <a:ext cx="6402283" cy="6251447"/>
          </a:xfrm>
          <a:blipFill>
            <a:blip r:embed="rId2">
              <a:alphaModFix amt="6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64009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302C0F-215C-1849-F2CD-D38FAE1207A7}"/>
              </a:ext>
              <a:ext uri="{C183D7F6-B498-43B3-948B-1728B52AA6E4}">
                <adec:decorative xmlns:adec="http://schemas.microsoft.com/office/drawing/2017/decorative" val="1"/>
              </a:ext>
            </a:extLst>
          </p:cNvPr>
          <p:cNvSpPr/>
          <p:nvPr userDrawn="1"/>
        </p:nvSpPr>
        <p:spPr>
          <a:xfrm>
            <a:off x="1" y="-28075"/>
            <a:ext cx="12191999" cy="4013453"/>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75079"/>
            <a:ext cx="4019522" cy="1440859"/>
          </a:xfrm>
        </p:spPr>
        <p:txBody>
          <a:bodyPr anchor="t">
            <a:noAutofit/>
          </a:bodyPr>
          <a:lstStyle>
            <a:lvl1pPr>
              <a:defRPr sz="4000"/>
            </a:lvl1pPr>
          </a:lstStyle>
          <a:p>
            <a:r>
              <a:rPr lang="en-US"/>
              <a:t>Click to edit Master title style</a:t>
            </a:r>
          </a:p>
        </p:txBody>
      </p:sp>
      <p:sp>
        <p:nvSpPr>
          <p:cNvPr id="15" name="Picture Placeholder 19">
            <a:extLst>
              <a:ext uri="{FF2B5EF4-FFF2-40B4-BE49-F238E27FC236}">
                <a16:creationId xmlns:a16="http://schemas.microsoft.com/office/drawing/2014/main" id="{D1FCC322-5ACB-9932-4C8F-E214F3C843F1}"/>
              </a:ext>
            </a:extLst>
          </p:cNvPr>
          <p:cNvSpPr>
            <a:spLocks noGrp="1"/>
          </p:cNvSpPr>
          <p:nvPr>
            <p:ph type="pic" sz="quarter" idx="18" hasCustomPrompt="1"/>
          </p:nvPr>
        </p:nvSpPr>
        <p:spPr>
          <a:xfrm>
            <a:off x="301752" y="273678"/>
            <a:ext cx="11588495" cy="3438022"/>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845275" y="4775079"/>
            <a:ext cx="5737126" cy="1440859"/>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D7DBFA-3A9D-FCBF-D7B9-EF1518046D3D}"/>
              </a:ext>
              <a:ext uri="{C183D7F6-B498-43B3-948B-1728B52AA6E4}">
                <adec:decorative xmlns:adec="http://schemas.microsoft.com/office/drawing/2017/decorative" val="1"/>
              </a:ext>
            </a:extLst>
          </p:cNvPr>
          <p:cNvSpPr/>
          <p:nvPr userDrawn="1"/>
        </p:nvSpPr>
        <p:spPr>
          <a:xfrm>
            <a:off x="1" y="0"/>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47643"/>
            <a:ext cx="2926080" cy="2194560"/>
          </a:xfrm>
        </p:spPr>
        <p:txBody>
          <a:bodyPr anchor="t">
            <a:noAutofit/>
          </a:bodyPr>
          <a:lstStyle>
            <a:lvl1pPr>
              <a:defRPr sz="4000"/>
            </a:lvl1pPr>
          </a:lstStyle>
          <a:p>
            <a:r>
              <a:rPr lang="en-US"/>
              <a:t>Click to edit Master title style</a:t>
            </a:r>
          </a:p>
        </p:txBody>
      </p:sp>
      <p:sp>
        <p:nvSpPr>
          <p:cNvPr id="10" name="Picture Placeholder 19">
            <a:extLst>
              <a:ext uri="{FF2B5EF4-FFF2-40B4-BE49-F238E27FC236}">
                <a16:creationId xmlns:a16="http://schemas.microsoft.com/office/drawing/2014/main" id="{233FA5CD-83DF-C53D-9AC4-59590A417E6B}"/>
              </a:ext>
            </a:extLst>
          </p:cNvPr>
          <p:cNvSpPr>
            <a:spLocks noGrp="1"/>
          </p:cNvSpPr>
          <p:nvPr>
            <p:ph type="pic" sz="quarter" idx="18" hasCustomPrompt="1"/>
          </p:nvPr>
        </p:nvSpPr>
        <p:spPr>
          <a:xfrm>
            <a:off x="301752" y="299796"/>
            <a:ext cx="11588495" cy="2364808"/>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38476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1B948B66-4D7B-4FF2-9F42-B85226272225}" type="datetime1">
              <a:rPr lang="en-US" smtClean="0"/>
              <a:t>12/15/2025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5"/>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85AAF3-BCAF-E9E6-4485-B600BEDA99FE}"/>
              </a:ext>
              <a:ext uri="{C183D7F6-B498-43B3-948B-1728B52AA6E4}">
                <adec:decorative xmlns:adec="http://schemas.microsoft.com/office/drawing/2017/decorative" val="1"/>
              </a:ext>
            </a:extLst>
          </p:cNvPr>
          <p:cNvSpPr/>
          <p:nvPr userDrawn="1"/>
        </p:nvSpPr>
        <p:spPr>
          <a:xfrm>
            <a:off x="1" y="3887633"/>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57143"/>
            <a:ext cx="2926080" cy="1828800"/>
          </a:xfrm>
        </p:spPr>
        <p:txBody>
          <a:bodyPr anchor="t">
            <a:noAutofit/>
          </a:bodyPr>
          <a:lstStyle>
            <a:lvl1pPr>
              <a:defRPr sz="4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292222"/>
            <a:ext cx="2791027"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92222"/>
            <a:ext cx="1559379" cy="365125"/>
          </a:xfrm>
        </p:spPr>
        <p:txBody>
          <a:bodyPr/>
          <a:lstStyle/>
          <a:p>
            <a:fld id="{6D1D18D0-7308-42C5-B784-8892F327ABD3}" type="datetime1">
              <a:rPr lang="en-US" smtClean="0"/>
              <a:t>12/15/2025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92222"/>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9571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9">
            <a:extLst>
              <a:ext uri="{FF2B5EF4-FFF2-40B4-BE49-F238E27FC236}">
                <a16:creationId xmlns:a16="http://schemas.microsoft.com/office/drawing/2014/main" id="{AF3AF093-BCC1-791C-3310-AA13D4B074A3}"/>
              </a:ext>
            </a:extLst>
          </p:cNvPr>
          <p:cNvSpPr>
            <a:spLocks noGrp="1"/>
          </p:cNvSpPr>
          <p:nvPr>
            <p:ph type="pic" sz="quarter" idx="18" hasCustomPrompt="1"/>
          </p:nvPr>
        </p:nvSpPr>
        <p:spPr>
          <a:xfrm>
            <a:off x="301752" y="4187429"/>
            <a:ext cx="11588495" cy="2364808"/>
          </a:xfrm>
          <a:blipFill>
            <a:blip r:embed="rId2">
              <a:alphaModFix amt="6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0649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9311382" cy="914400"/>
          </a:xfrm>
        </p:spPr>
        <p:txBody>
          <a:bodyPr anchor="b"/>
          <a:lstStyle/>
          <a:p>
            <a:r>
              <a:rPr lang="en-US"/>
              <a:t>Click to edit Master title style</a:t>
            </a:r>
          </a:p>
        </p:txBody>
      </p:sp>
      <p:sp>
        <p:nvSpPr>
          <p:cNvPr id="6" name="Content Placeholder 7">
            <a:extLst>
              <a:ext uri="{FF2B5EF4-FFF2-40B4-BE49-F238E27FC236}">
                <a16:creationId xmlns:a16="http://schemas.microsoft.com/office/drawing/2014/main" id="{C764A54E-2F07-76F5-5619-B735BDCD95E0}"/>
              </a:ext>
            </a:extLst>
          </p:cNvPr>
          <p:cNvSpPr>
            <a:spLocks noGrp="1"/>
          </p:cNvSpPr>
          <p:nvPr>
            <p:ph sz="quarter" idx="18"/>
          </p:nvPr>
        </p:nvSpPr>
        <p:spPr>
          <a:xfrm>
            <a:off x="731520" y="1981200"/>
            <a:ext cx="6662928"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E0A044FC-C278-1630-7174-160686C56B20}"/>
              </a:ext>
              <a:ext uri="{C183D7F6-B498-43B3-948B-1728B52AA6E4}">
                <adec:decorative xmlns:adec="http://schemas.microsoft.com/office/drawing/2017/decorative" val="1"/>
              </a:ext>
            </a:extLst>
          </p:cNvPr>
          <p:cNvSpPr/>
          <p:nvPr userDrawn="1"/>
        </p:nvSpPr>
        <p:spPr>
          <a:xfrm>
            <a:off x="7696199"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9">
            <a:extLst>
              <a:ext uri="{FF2B5EF4-FFF2-40B4-BE49-F238E27FC236}">
                <a16:creationId xmlns:a16="http://schemas.microsoft.com/office/drawing/2014/main" id="{DBC0D37F-9620-589D-EF0C-BA5C2E9FC9E8}"/>
              </a:ext>
            </a:extLst>
          </p:cNvPr>
          <p:cNvSpPr>
            <a:spLocks noGrp="1"/>
          </p:cNvSpPr>
          <p:nvPr>
            <p:ph type="pic" sz="quarter" idx="19" hasCustomPrompt="1"/>
          </p:nvPr>
        </p:nvSpPr>
        <p:spPr>
          <a:xfrm>
            <a:off x="7997951" y="2287524"/>
            <a:ext cx="3282698" cy="3421303"/>
          </a:xfrm>
          <a:blipFill>
            <a:blip r:embed="rId2">
              <a:alphaModFix amt="6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055525"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75503" y="6342528"/>
            <a:ext cx="1449697" cy="365125"/>
          </a:xfrm>
        </p:spPr>
        <p:txBody>
          <a:bodyPr/>
          <a:lstStyle/>
          <a:p>
            <a:fld id="{F033B22D-4ADF-4F85-9D05-706FE7DF6EFA}" type="datetime1">
              <a:rPr lang="en-US" smtClean="0"/>
              <a:t>12/15/2025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9340" y="6342528"/>
            <a:ext cx="443060" cy="365125"/>
          </a:xfrm>
        </p:spPr>
        <p:txBody>
          <a:bodyPr/>
          <a:lstStyle/>
          <a:p>
            <a:fld id="{AEAA3239-9EA4-4A65-A281-97F994456D9F}" type="slidenum">
              <a:rPr lang="en-US" smtClean="0"/>
              <a:t>‹#›</a:t>
            </a:fld>
            <a:endParaRPr lang="en-US"/>
          </a:p>
        </p:txBody>
      </p:sp>
      <p:grpSp>
        <p:nvGrpSpPr>
          <p:cNvPr id="7" name="Group 6">
            <a:extLst>
              <a:ext uri="{FF2B5EF4-FFF2-40B4-BE49-F238E27FC236}">
                <a16:creationId xmlns:a16="http://schemas.microsoft.com/office/drawing/2014/main" id="{D8DCA85F-4256-3AA7-2B2F-1D5E0C312680}"/>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79D8EBEE-57DF-9152-44DA-D036F04A54B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DCBB4CA9-705C-D7B8-7592-A5E7866CF50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A98FAAF8-45F4-C2B5-EA46-2E6813B2C37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3C666EA-D815-C895-D49E-7E44DFDDB612}"/>
              </a:ext>
              <a:ext uri="{C183D7F6-B498-43B3-948B-1728B52AA6E4}">
                <adec:decorative xmlns:adec="http://schemas.microsoft.com/office/drawing/2017/decorative" val="1"/>
              </a:ext>
            </a:extLst>
          </p:cNvPr>
          <p:cNvSpPr/>
          <p:nvPr userDrawn="1"/>
        </p:nvSpPr>
        <p:spPr>
          <a:xfrm>
            <a:off x="7010401" y="1981200"/>
            <a:ext cx="4571999" cy="415437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1EC07A94-34C8-166D-C466-8EB021EA08A1}"/>
              </a:ext>
            </a:extLst>
          </p:cNvPr>
          <p:cNvSpPr>
            <a:spLocks noGrp="1"/>
          </p:cNvSpPr>
          <p:nvPr>
            <p:ph type="title"/>
          </p:nvPr>
        </p:nvSpPr>
        <p:spPr>
          <a:xfrm>
            <a:off x="731520" y="731520"/>
            <a:ext cx="10052958" cy="914400"/>
          </a:xfrm>
        </p:spPr>
        <p:txBody>
          <a:bodyPr anchor="b"/>
          <a:lstStyle/>
          <a:p>
            <a:r>
              <a:rPr lang="en-US"/>
              <a:t>Click to edit Master title style</a:t>
            </a:r>
          </a:p>
        </p:txBody>
      </p:sp>
      <p:sp>
        <p:nvSpPr>
          <p:cNvPr id="13" name="Content Placeholder 7">
            <a:extLst>
              <a:ext uri="{FF2B5EF4-FFF2-40B4-BE49-F238E27FC236}">
                <a16:creationId xmlns:a16="http://schemas.microsoft.com/office/drawing/2014/main" id="{8EFD2888-AFCC-8F6C-23EA-6CC9E518F2B9}"/>
              </a:ext>
            </a:extLst>
          </p:cNvPr>
          <p:cNvSpPr>
            <a:spLocks noGrp="1"/>
          </p:cNvSpPr>
          <p:nvPr>
            <p:ph sz="quarter" idx="18"/>
          </p:nvPr>
        </p:nvSpPr>
        <p:spPr>
          <a:xfrm>
            <a:off x="731520" y="1981200"/>
            <a:ext cx="5977130" cy="415625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19">
            <a:extLst>
              <a:ext uri="{FF2B5EF4-FFF2-40B4-BE49-F238E27FC236}">
                <a16:creationId xmlns:a16="http://schemas.microsoft.com/office/drawing/2014/main" id="{405EEFFB-1ED4-AAFE-6C57-14BD2FF69E35}"/>
              </a:ext>
            </a:extLst>
          </p:cNvPr>
          <p:cNvSpPr>
            <a:spLocks noGrp="1"/>
          </p:cNvSpPr>
          <p:nvPr>
            <p:ph type="pic" sz="quarter" idx="19" hasCustomPrompt="1"/>
          </p:nvPr>
        </p:nvSpPr>
        <p:spPr>
          <a:xfrm>
            <a:off x="7312153" y="2287524"/>
            <a:ext cx="3968496" cy="3537073"/>
          </a:xfrm>
          <a:blipFill>
            <a:blip r:embed="rId2">
              <a:alphaModFix amt="60000"/>
            </a:blip>
            <a:stretch>
              <a:fillRect/>
            </a:stretch>
          </a:blipFill>
        </p:spPr>
        <p:txBody>
          <a:bodyPr/>
          <a:lstStyle>
            <a:lvl1pPr marL="0" indent="0">
              <a:buNone/>
              <a:defRPr/>
            </a:lvl1pPr>
          </a:lstStyle>
          <a:p>
            <a:r>
              <a:rPr lang="en-US"/>
              <a:t>   </a:t>
            </a:r>
          </a:p>
        </p:txBody>
      </p:sp>
      <p:sp>
        <p:nvSpPr>
          <p:cNvPr id="14" name="Footer Placeholder 8">
            <a:extLst>
              <a:ext uri="{FF2B5EF4-FFF2-40B4-BE49-F238E27FC236}">
                <a16:creationId xmlns:a16="http://schemas.microsoft.com/office/drawing/2014/main" id="{42EA2336-4473-4E55-0BEF-FC37DB81D056}"/>
              </a:ext>
            </a:extLst>
          </p:cNvPr>
          <p:cNvSpPr>
            <a:spLocks noGrp="1"/>
          </p:cNvSpPr>
          <p:nvPr>
            <p:ph type="ftr" sz="quarter" idx="16"/>
          </p:nvPr>
        </p:nvSpPr>
        <p:spPr>
          <a:xfrm>
            <a:off x="731520" y="6343955"/>
            <a:ext cx="2055525" cy="365125"/>
          </a:xfrm>
        </p:spPr>
        <p:txBody>
          <a:bodyPr/>
          <a:lstStyle/>
          <a:p>
            <a:r>
              <a:rPr lang="en-US"/>
              <a:t>Sample Footer Text</a:t>
            </a:r>
          </a:p>
        </p:txBody>
      </p:sp>
      <p:sp>
        <p:nvSpPr>
          <p:cNvPr id="15" name="Date Placeholder 3">
            <a:extLst>
              <a:ext uri="{FF2B5EF4-FFF2-40B4-BE49-F238E27FC236}">
                <a16:creationId xmlns:a16="http://schemas.microsoft.com/office/drawing/2014/main" id="{B368DFD1-E7C2-0073-3235-A99D91879658}"/>
              </a:ext>
            </a:extLst>
          </p:cNvPr>
          <p:cNvSpPr>
            <a:spLocks noGrp="1"/>
          </p:cNvSpPr>
          <p:nvPr>
            <p:ph type="dt" sz="half" idx="15"/>
          </p:nvPr>
        </p:nvSpPr>
        <p:spPr>
          <a:xfrm>
            <a:off x="9636164" y="6343955"/>
            <a:ext cx="1449697" cy="365125"/>
          </a:xfrm>
        </p:spPr>
        <p:txBody>
          <a:bodyPr/>
          <a:lstStyle/>
          <a:p>
            <a:fld id="{F033B22D-4ADF-4F85-9D05-706FE7DF6EFA}" type="datetime1">
              <a:rPr lang="en-US" smtClean="0"/>
              <a:t>12/15/2025</a:t>
            </a:fld>
            <a:endParaRPr lang="en-US"/>
          </a:p>
        </p:txBody>
      </p:sp>
      <p:sp>
        <p:nvSpPr>
          <p:cNvPr id="16" name="Slide Number Placeholder 9">
            <a:extLst>
              <a:ext uri="{FF2B5EF4-FFF2-40B4-BE49-F238E27FC236}">
                <a16:creationId xmlns:a16="http://schemas.microsoft.com/office/drawing/2014/main" id="{7EEB06A5-135B-8DFB-604C-0668FEC20090}"/>
              </a:ext>
            </a:extLst>
          </p:cNvPr>
          <p:cNvSpPr>
            <a:spLocks noGrp="1"/>
          </p:cNvSpPr>
          <p:nvPr>
            <p:ph type="sldNum" sz="quarter" idx="17"/>
          </p:nvPr>
        </p:nvSpPr>
        <p:spPr>
          <a:xfrm>
            <a:off x="11139340" y="6343955"/>
            <a:ext cx="443060"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BD7B2E1-3857-60DC-4A59-90051A146598}"/>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695288CE-EA3E-77BC-98EF-17D52D2BB9B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4" name="Graphic 13">
              <a:extLst>
                <a:ext uri="{FF2B5EF4-FFF2-40B4-BE49-F238E27FC236}">
                  <a16:creationId xmlns:a16="http://schemas.microsoft.com/office/drawing/2014/main" id="{6906A4B7-5DDC-1476-CFD5-2F5DFFD4BEE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5" name="Graphic 15">
              <a:extLst>
                <a:ext uri="{FF2B5EF4-FFF2-40B4-BE49-F238E27FC236}">
                  <a16:creationId xmlns:a16="http://schemas.microsoft.com/office/drawing/2014/main" id="{4375CD8A-A423-E39D-3A64-2E26D3323513}"/>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278988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C4ACC2-99B0-1F3B-A860-A276AC3BA2B6}"/>
              </a:ext>
              <a:ext uri="{C183D7F6-B498-43B3-948B-1728B52AA6E4}">
                <adec:decorative xmlns:adec="http://schemas.microsoft.com/office/drawing/2017/decorative" val="1"/>
              </a:ext>
            </a:extLst>
          </p:cNvPr>
          <p:cNvSpPr/>
          <p:nvPr userDrawn="1"/>
        </p:nvSpPr>
        <p:spPr>
          <a:xfrm>
            <a:off x="731520"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45E18-9DAB-9CF2-B657-5324C899C629}"/>
              </a:ext>
            </a:extLst>
          </p:cNvPr>
          <p:cNvSpPr>
            <a:spLocks noGrp="1"/>
          </p:cNvSpPr>
          <p:nvPr>
            <p:ph type="title"/>
          </p:nvPr>
        </p:nvSpPr>
        <p:spPr>
          <a:xfrm>
            <a:off x="731520" y="731520"/>
            <a:ext cx="10052958" cy="914400"/>
          </a:xfrm>
        </p:spPr>
        <p:txBody>
          <a:bodyPr anchor="b"/>
          <a:lstStyle/>
          <a:p>
            <a:r>
              <a:rPr lang="en-US"/>
              <a:t>Click to edit Master title style</a:t>
            </a:r>
          </a:p>
        </p:txBody>
      </p:sp>
      <p:sp>
        <p:nvSpPr>
          <p:cNvPr id="5" name="Picture Placeholder 19">
            <a:extLst>
              <a:ext uri="{FF2B5EF4-FFF2-40B4-BE49-F238E27FC236}">
                <a16:creationId xmlns:a16="http://schemas.microsoft.com/office/drawing/2014/main" id="{D35D8442-A876-2E6E-6C34-A908E5275D3B}"/>
              </a:ext>
            </a:extLst>
          </p:cNvPr>
          <p:cNvSpPr>
            <a:spLocks noGrp="1"/>
          </p:cNvSpPr>
          <p:nvPr>
            <p:ph type="pic" sz="quarter" idx="19" hasCustomPrompt="1"/>
          </p:nvPr>
        </p:nvSpPr>
        <p:spPr>
          <a:xfrm>
            <a:off x="1035577" y="2287544"/>
            <a:ext cx="3271171" cy="3421283"/>
          </a:xfrm>
          <a:blipFill>
            <a:blip r:embed="rId2">
              <a:alphaModFix amt="60000"/>
            </a:blip>
            <a:stretch>
              <a:fillRect/>
            </a:stretch>
          </a:blipFill>
        </p:spPr>
        <p:txBody>
          <a:bodyPr/>
          <a:lstStyle>
            <a:lvl1pPr marL="0" indent="0">
              <a:buNone/>
              <a:defRPr/>
            </a:lvl1pPr>
          </a:lstStyle>
          <a:p>
            <a:r>
              <a:rPr lang="en-US"/>
              <a:t>  </a:t>
            </a:r>
          </a:p>
        </p:txBody>
      </p:sp>
      <p:sp>
        <p:nvSpPr>
          <p:cNvPr id="7" name="Content Placeholder 7">
            <a:extLst>
              <a:ext uri="{FF2B5EF4-FFF2-40B4-BE49-F238E27FC236}">
                <a16:creationId xmlns:a16="http://schemas.microsoft.com/office/drawing/2014/main" id="{A9D57380-62F0-CA50-72F1-70F9C63059CD}"/>
              </a:ext>
            </a:extLst>
          </p:cNvPr>
          <p:cNvSpPr>
            <a:spLocks noGrp="1"/>
          </p:cNvSpPr>
          <p:nvPr>
            <p:ph sz="quarter" idx="18"/>
          </p:nvPr>
        </p:nvSpPr>
        <p:spPr>
          <a:xfrm>
            <a:off x="5067946" y="1981200"/>
            <a:ext cx="6514464"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144113"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713485" y="6343955"/>
            <a:ext cx="1449697" cy="365125"/>
          </a:xfrm>
        </p:spPr>
        <p:txBody>
          <a:bodyPr/>
          <a:lstStyle/>
          <a:p>
            <a:fld id="{3390AD02-C8DF-4FB3-89C8-8C8B1F633346}" type="datetime1">
              <a:rPr lang="en-US" smtClean="0"/>
              <a:t>12/15/2025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40030" y="6345299"/>
            <a:ext cx="443060" cy="365125"/>
          </a:xfrm>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4E876AF3-4EB4-DB55-DCD5-BF7F500F7A1A}"/>
              </a:ext>
            </a:extLst>
          </p:cNvPr>
          <p:cNvGrpSpPr/>
          <p:nvPr userDrawn="1"/>
        </p:nvGrpSpPr>
        <p:grpSpPr>
          <a:xfrm>
            <a:off x="11078040" y="685800"/>
            <a:ext cx="504370" cy="544340"/>
            <a:chOff x="10917026" y="837879"/>
            <a:chExt cx="513774" cy="554490"/>
          </a:xfrm>
        </p:grpSpPr>
        <p:sp>
          <p:nvSpPr>
            <p:cNvPr id="11" name="Graphic 12">
              <a:extLst>
                <a:ext uri="{FF2B5EF4-FFF2-40B4-BE49-F238E27FC236}">
                  <a16:creationId xmlns:a16="http://schemas.microsoft.com/office/drawing/2014/main" id="{7976E1F5-5464-2BED-270F-9D41FEB4335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0C5BA99F-A0E7-3B3D-0101-ACF25982A9B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4" name="Graphic 15">
              <a:extLst>
                <a:ext uri="{FF2B5EF4-FFF2-40B4-BE49-F238E27FC236}">
                  <a16:creationId xmlns:a16="http://schemas.microsoft.com/office/drawing/2014/main" id="{74768B81-6390-1D8D-30C6-A02C5D3B4E0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15404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4928304-D2B2-2E6B-A219-CF790EF05ABC}"/>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3657600" cy="2011680"/>
          </a:xfrm>
        </p:spPr>
        <p:txBody>
          <a:bodyPr anchor="t">
            <a:noAutofit/>
          </a:bodyPr>
          <a:lstStyle>
            <a:lvl1pPr>
              <a:defRPr sz="4000"/>
            </a:lvl1pPr>
          </a:lstStyle>
          <a:p>
            <a:r>
              <a:rPr lang="en-US"/>
              <a:t>Click to edit Master title style</a:t>
            </a:r>
          </a:p>
        </p:txBody>
      </p:sp>
      <p:sp>
        <p:nvSpPr>
          <p:cNvPr id="28" name="Picture Placeholder 19">
            <a:extLst>
              <a:ext uri="{FF2B5EF4-FFF2-40B4-BE49-F238E27FC236}">
                <a16:creationId xmlns:a16="http://schemas.microsoft.com/office/drawing/2014/main" id="{E504D1B2-3F51-3841-0D11-F459E8E40217}"/>
              </a:ext>
            </a:extLst>
          </p:cNvPr>
          <p:cNvSpPr>
            <a:spLocks noGrp="1"/>
          </p:cNvSpPr>
          <p:nvPr>
            <p:ph type="pic" sz="quarter" idx="19" hasCustomPrompt="1"/>
          </p:nvPr>
        </p:nvSpPr>
        <p:spPr>
          <a:xfrm>
            <a:off x="1038623" y="3273552"/>
            <a:ext cx="2542791" cy="2596896"/>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846320" y="731520"/>
            <a:ext cx="5920354" cy="5171831"/>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12/15/2025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40080" y="6343955"/>
            <a:ext cx="609600" cy="365125"/>
          </a:xfrm>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A9E75FBA-88FB-03F4-1243-316EE4C6F7EF}"/>
              </a:ext>
            </a:extLst>
          </p:cNvPr>
          <p:cNvGrpSpPr/>
          <p:nvPr userDrawn="1"/>
        </p:nvGrpSpPr>
        <p:grpSpPr>
          <a:xfrm>
            <a:off x="11078040" y="685800"/>
            <a:ext cx="504370" cy="544340"/>
            <a:chOff x="10917026" y="837879"/>
            <a:chExt cx="513774" cy="554490"/>
          </a:xfrm>
        </p:grpSpPr>
        <p:sp>
          <p:nvSpPr>
            <p:cNvPr id="4" name="Graphic 12">
              <a:extLst>
                <a:ext uri="{FF2B5EF4-FFF2-40B4-BE49-F238E27FC236}">
                  <a16:creationId xmlns:a16="http://schemas.microsoft.com/office/drawing/2014/main" id="{4633B59F-A812-F1E3-DE81-49A992D33D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4E19E8B0-11E2-25D6-3241-83A9EA89CA07}"/>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66818F55-5EF2-00D8-E335-4ABF098634C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37628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9374DB-8F12-D8B8-C1CC-B5FC4BEB4ACE}"/>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0522131-79E0-C17E-CCFA-D78F4E6FB6C0}"/>
              </a:ext>
            </a:extLst>
          </p:cNvPr>
          <p:cNvSpPr>
            <a:spLocks noGrp="1"/>
          </p:cNvSpPr>
          <p:nvPr>
            <p:ph type="title"/>
          </p:nvPr>
        </p:nvSpPr>
        <p:spPr>
          <a:xfrm>
            <a:off x="731520" y="731520"/>
            <a:ext cx="3291840" cy="2011680"/>
          </a:xfrm>
        </p:spPr>
        <p:txBody>
          <a:bodyPr anchor="t">
            <a:noAutofit/>
          </a:bodyPr>
          <a:lstStyle>
            <a:lvl1pPr>
              <a:defRPr sz="4000"/>
            </a:lvl1pPr>
          </a:lstStyle>
          <a:p>
            <a:r>
              <a:rPr lang="en-US"/>
              <a:t>Click to edit Master title style</a:t>
            </a:r>
          </a:p>
        </p:txBody>
      </p:sp>
      <p:sp>
        <p:nvSpPr>
          <p:cNvPr id="10" name="Picture Placeholder 19">
            <a:extLst>
              <a:ext uri="{FF2B5EF4-FFF2-40B4-BE49-F238E27FC236}">
                <a16:creationId xmlns:a16="http://schemas.microsoft.com/office/drawing/2014/main" id="{D91E3E03-2294-1142-CBC9-19ADB9DA9CCF}"/>
              </a:ext>
            </a:extLst>
          </p:cNvPr>
          <p:cNvSpPr>
            <a:spLocks noGrp="1"/>
          </p:cNvSpPr>
          <p:nvPr>
            <p:ph type="pic" sz="quarter" idx="19" hasCustomPrompt="1"/>
          </p:nvPr>
        </p:nvSpPr>
        <p:spPr>
          <a:xfrm>
            <a:off x="1038623" y="3275858"/>
            <a:ext cx="2542791" cy="2585369"/>
          </a:xfrm>
          <a:blipFill>
            <a:blip r:embed="rId2">
              <a:alphaModFix amt="60000"/>
            </a:blip>
            <a:stretch>
              <a:fillRect/>
            </a:stretch>
          </a:blipFill>
        </p:spPr>
        <p:txBody>
          <a:bodyPr/>
          <a:lstStyle>
            <a:lvl1pPr marL="0" indent="0">
              <a:buNone/>
              <a:defRPr/>
            </a:lvl1pPr>
          </a:lstStyle>
          <a:p>
            <a:r>
              <a:rPr lang="en-US"/>
              <a:t>  </a:t>
            </a:r>
          </a:p>
        </p:txBody>
      </p:sp>
      <p:sp>
        <p:nvSpPr>
          <p:cNvPr id="4" name="Content Placeholder 7">
            <a:extLst>
              <a:ext uri="{FF2B5EF4-FFF2-40B4-BE49-F238E27FC236}">
                <a16:creationId xmlns:a16="http://schemas.microsoft.com/office/drawing/2014/main" id="{FB2F5EF0-4CB2-ABCF-4734-F972D94E730D}"/>
              </a:ext>
            </a:extLst>
          </p:cNvPr>
          <p:cNvSpPr>
            <a:spLocks noGrp="1"/>
          </p:cNvSpPr>
          <p:nvPr>
            <p:ph sz="quarter" idx="14"/>
          </p:nvPr>
        </p:nvSpPr>
        <p:spPr>
          <a:xfrm>
            <a:off x="4297680" y="731520"/>
            <a:ext cx="6400800" cy="53949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B708C30-1428-4C16-AD49-DE42CFEA37BF}" type="datetime1">
              <a:rPr lang="en-US" smtClean="0"/>
              <a:t>12/15/2025</a:t>
            </a:fld>
            <a:endParaRPr lang="en-US"/>
          </a:p>
        </p:txBody>
      </p:sp>
      <p:grpSp>
        <p:nvGrpSpPr>
          <p:cNvPr id="2" name="Group 1">
            <a:extLst>
              <a:ext uri="{FF2B5EF4-FFF2-40B4-BE49-F238E27FC236}">
                <a16:creationId xmlns:a16="http://schemas.microsoft.com/office/drawing/2014/main" id="{26A5EF8B-3650-88BF-728C-75E1343A7D66}"/>
              </a:ext>
            </a:extLst>
          </p:cNvPr>
          <p:cNvGrpSpPr/>
          <p:nvPr userDrawn="1"/>
        </p:nvGrpSpPr>
        <p:grpSpPr>
          <a:xfrm>
            <a:off x="11078040" y="685800"/>
            <a:ext cx="504370" cy="544340"/>
            <a:chOff x="10917026" y="837879"/>
            <a:chExt cx="513774" cy="554490"/>
          </a:xfrm>
        </p:grpSpPr>
        <p:sp>
          <p:nvSpPr>
            <p:cNvPr id="7" name="Graphic 12">
              <a:extLst>
                <a:ext uri="{FF2B5EF4-FFF2-40B4-BE49-F238E27FC236}">
                  <a16:creationId xmlns:a16="http://schemas.microsoft.com/office/drawing/2014/main" id="{0650E00D-2B97-2951-E525-5C408042C94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8" name="Graphic 13">
              <a:extLst>
                <a:ext uri="{FF2B5EF4-FFF2-40B4-BE49-F238E27FC236}">
                  <a16:creationId xmlns:a16="http://schemas.microsoft.com/office/drawing/2014/main" id="{4568B02E-A861-8E97-BBA7-D143F855E9C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1" name="Graphic 15">
              <a:extLst>
                <a:ext uri="{FF2B5EF4-FFF2-40B4-BE49-F238E27FC236}">
                  <a16:creationId xmlns:a16="http://schemas.microsoft.com/office/drawing/2014/main" id="{1598D9DA-CC25-158F-433E-9040A87AD8E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0168536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DD604AC-3FBD-6731-AE34-6D289E239C65}"/>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4E8E790D-7A40-6A1E-4361-51129BCDCB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F96E21DE-06BB-B547-2FBA-F5E2B9A67B9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1297FD5C-A48F-F611-55DE-E5A576DA08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
        <p:nvSpPr>
          <p:cNvPr id="8" name="Title 7">
            <a:extLst>
              <a:ext uri="{FF2B5EF4-FFF2-40B4-BE49-F238E27FC236}">
                <a16:creationId xmlns:a16="http://schemas.microsoft.com/office/drawing/2014/main" id="{DBDF905D-8CE4-3494-D7B6-24047D9C1D3D}"/>
              </a:ext>
            </a:extLst>
          </p:cNvPr>
          <p:cNvSpPr>
            <a:spLocks noGrp="1"/>
          </p:cNvSpPr>
          <p:nvPr>
            <p:ph type="title"/>
          </p:nvPr>
        </p:nvSpPr>
        <p:spPr>
          <a:xfrm>
            <a:off x="640080" y="5029199"/>
            <a:ext cx="10027919" cy="914400"/>
          </a:xfrm>
        </p:spPr>
        <p:txBody>
          <a:bodyPr anchor="t">
            <a:normAutofit/>
          </a:bodyPr>
          <a:lstStyle>
            <a:lvl1pPr>
              <a:lnSpc>
                <a:spcPct val="100000"/>
              </a:lnSpc>
              <a:defRPr sz="2000" b="0" cap="none" baseline="0"/>
            </a:lvl1pPr>
          </a:lstStyle>
          <a:p>
            <a:r>
              <a:rPr lang="en-US"/>
              <a:t>Click to edit Master title style</a:t>
            </a:r>
          </a:p>
        </p:txBody>
      </p:sp>
      <p:sp>
        <p:nvSpPr>
          <p:cNvPr id="16" name="Content Placeholder 15">
            <a:extLst>
              <a:ext uri="{FF2B5EF4-FFF2-40B4-BE49-F238E27FC236}">
                <a16:creationId xmlns:a16="http://schemas.microsoft.com/office/drawing/2014/main" id="{02010402-BDF6-6CA5-1C1B-A6560DBF357C}"/>
              </a:ext>
            </a:extLst>
          </p:cNvPr>
          <p:cNvSpPr>
            <a:spLocks noGrp="1"/>
          </p:cNvSpPr>
          <p:nvPr>
            <p:ph sz="quarter" idx="14" hasCustomPrompt="1"/>
          </p:nvPr>
        </p:nvSpPr>
        <p:spPr>
          <a:xfrm>
            <a:off x="639763" y="685800"/>
            <a:ext cx="10028237" cy="4333875"/>
          </a:xfrm>
        </p:spPr>
        <p:txBody>
          <a:bodyPr anchor="b">
            <a:normAutofit/>
          </a:bodyPr>
          <a:lstStyle>
            <a:lvl1pPr marL="0" indent="0">
              <a:lnSpc>
                <a:spcPct val="90000"/>
              </a:lnSpc>
              <a:buNone/>
              <a:defRPr sz="27000"/>
            </a:lvl1pPr>
          </a:lstStyle>
          <a:p>
            <a:pPr lvl="0"/>
            <a:r>
              <a:rPr lang="en-US"/>
              <a:t>##%</a:t>
            </a:r>
          </a:p>
        </p:txBody>
      </p:sp>
      <p:sp>
        <p:nvSpPr>
          <p:cNvPr id="6" name="Slide Number Placeholder 4">
            <a:extLst>
              <a:ext uri="{FF2B5EF4-FFF2-40B4-BE49-F238E27FC236}">
                <a16:creationId xmlns:a16="http://schemas.microsoft.com/office/drawing/2014/main" id="{B18DB5CD-C13F-D271-BB13-A402CA9A935D}"/>
              </a:ext>
            </a:extLst>
          </p:cNvPr>
          <p:cNvSpPr>
            <a:spLocks noGrp="1"/>
          </p:cNvSpPr>
          <p:nvPr>
            <p:ph type="sldNum" sz="quarter" idx="12"/>
          </p:nvPr>
        </p:nvSpPr>
        <p:spPr>
          <a:xfrm>
            <a:off x="64008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CE8854E-90F8-4761-A9B8-18B1C5A3D25C}" type="datetime1">
              <a:rPr lang="en-US" smtClean="0"/>
              <a:t>12/15/2025</a:t>
            </a:fld>
            <a:endParaRPr lang="en-US"/>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2A0A59-5884-D48B-41E8-8AE859CFAA50}"/>
              </a:ext>
            </a:extLst>
          </p:cNvPr>
          <p:cNvSpPr>
            <a:spLocks noGrp="1"/>
          </p:cNvSpPr>
          <p:nvPr>
            <p:ph type="title"/>
          </p:nvPr>
        </p:nvSpPr>
        <p:spPr>
          <a:xfrm>
            <a:off x="640080" y="5029200"/>
            <a:ext cx="10942316" cy="914399"/>
          </a:xfrm>
        </p:spPr>
        <p:txBody>
          <a:bodyPr anchor="t">
            <a:normAutofit/>
          </a:bodyPr>
          <a:lstStyle>
            <a:lvl1pPr algn="ctr">
              <a:lnSpc>
                <a:spcPct val="110000"/>
              </a:lnSpc>
              <a:defRPr sz="2000" b="0" i="0" cap="none" baseline="0">
                <a:solidFill>
                  <a:schemeClr val="bg2"/>
                </a:solidFill>
                <a:latin typeface="+mj-lt"/>
              </a:defRPr>
            </a:lvl1pPr>
          </a:lstStyle>
          <a:p>
            <a:r>
              <a:rPr lang="en-US"/>
              <a:t>Click to edit Master title style</a:t>
            </a:r>
          </a:p>
        </p:txBody>
      </p:sp>
      <p:sp>
        <p:nvSpPr>
          <p:cNvPr id="24" name="Content Placeholder 6">
            <a:extLst>
              <a:ext uri="{FF2B5EF4-FFF2-40B4-BE49-F238E27FC236}">
                <a16:creationId xmlns:a16="http://schemas.microsoft.com/office/drawing/2014/main" id="{619E7EC3-46E7-3676-3EDE-10D13AB58521}"/>
              </a:ext>
            </a:extLst>
          </p:cNvPr>
          <p:cNvSpPr>
            <a:spLocks noGrp="1"/>
          </p:cNvSpPr>
          <p:nvPr>
            <p:ph sz="quarter" idx="13" hasCustomPrompt="1"/>
          </p:nvPr>
        </p:nvSpPr>
        <p:spPr>
          <a:xfrm>
            <a:off x="640080" y="685801"/>
            <a:ext cx="10942319" cy="4334434"/>
          </a:xfrm>
        </p:spPr>
        <p:txBody>
          <a:bodyPr anchor="b">
            <a:normAutofit/>
          </a:bodyPr>
          <a:lstStyle>
            <a:lvl1pPr marL="0" indent="0" algn="ctr">
              <a:lnSpc>
                <a:spcPct val="90000"/>
              </a:lnSpc>
              <a:buNone/>
              <a:defRPr sz="27000" b="0" i="0">
                <a:solidFill>
                  <a:schemeClr val="bg2"/>
                </a:solidFill>
                <a:latin typeface="+mn-lt"/>
              </a:defRPr>
            </a:lvl1pPr>
          </a:lstStyle>
          <a:p>
            <a:pPr lvl="0"/>
            <a:r>
              <a:rPr lang="en-US"/>
              <a:t>##%</a:t>
            </a:r>
          </a:p>
        </p:txBody>
      </p:sp>
      <p:sp>
        <p:nvSpPr>
          <p:cNvPr id="3" name="Slide Number Placeholder 4">
            <a:extLst>
              <a:ext uri="{FF2B5EF4-FFF2-40B4-BE49-F238E27FC236}">
                <a16:creationId xmlns:a16="http://schemas.microsoft.com/office/drawing/2014/main" id="{08B41E50-17C4-7CBB-61F3-6C6135898BCB}"/>
              </a:ext>
            </a:extLst>
          </p:cNvPr>
          <p:cNvSpPr>
            <a:spLocks noGrp="1"/>
          </p:cNvSpPr>
          <p:nvPr>
            <p:ph type="sldNum" sz="quarter" idx="12"/>
          </p:nvPr>
        </p:nvSpPr>
        <p:spPr>
          <a:xfrm>
            <a:off x="64008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0DC6949-94CC-3B80-B7C3-0BAF2195198D}"/>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9" name="Date Placeholder 2">
            <a:extLst>
              <a:ext uri="{FF2B5EF4-FFF2-40B4-BE49-F238E27FC236}">
                <a16:creationId xmlns:a16="http://schemas.microsoft.com/office/drawing/2014/main" id="{CB36698A-C952-28A6-1E24-016F9C0D20BE}"/>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DCE8854E-90F8-4761-A9B8-18B1C5A3D25C}" type="datetime1">
              <a:rPr lang="en-US" smtClean="0"/>
              <a:pPr/>
              <a:t>12/15/2025</a:t>
            </a:fld>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66800" y="5039139"/>
            <a:ext cx="10058400" cy="914400"/>
          </a:xfrm>
        </p:spPr>
        <p:txBody>
          <a:bodyPr anchor="t">
            <a:normAutofit/>
          </a:bodyPr>
          <a:lstStyle>
            <a:lvl1pPr algn="ctr">
              <a:lnSpc>
                <a:spcPct val="110000"/>
              </a:lnSpc>
              <a:defRPr sz="2000" b="1" i="0" cap="all" baseline="0">
                <a:solidFill>
                  <a:schemeClr val="accent2"/>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66800" y="685801"/>
            <a:ext cx="10058400" cy="4334434"/>
          </a:xfrm>
        </p:spPr>
        <p:txBody>
          <a:bodyPr anchor="b">
            <a:normAutofit/>
          </a:bodyPr>
          <a:lstStyle>
            <a:lvl1pPr marL="0" indent="0" algn="ctr">
              <a:lnSpc>
                <a:spcPct val="90000"/>
              </a:lnSpc>
              <a:buNone/>
              <a:defRPr sz="27000" b="0" i="0">
                <a:solidFill>
                  <a:schemeClr val="tx2"/>
                </a:solidFill>
                <a:latin typeface="+mn-lt"/>
              </a:defRPr>
            </a:lvl1pPr>
          </a:lstStyle>
          <a:p>
            <a:pPr lvl="0"/>
            <a:r>
              <a:rPr lang="en-US"/>
              <a:t>##%</a:t>
            </a:r>
          </a:p>
        </p:txBody>
      </p:sp>
      <p:sp>
        <p:nvSpPr>
          <p:cNvPr id="6" name="Slide Number Placeholder 4">
            <a:extLst>
              <a:ext uri="{FF2B5EF4-FFF2-40B4-BE49-F238E27FC236}">
                <a16:creationId xmlns:a16="http://schemas.microsoft.com/office/drawing/2014/main" id="{796391C3-4992-238E-DA26-2E9782D8922A}"/>
              </a:ext>
            </a:extLst>
          </p:cNvPr>
          <p:cNvSpPr>
            <a:spLocks noGrp="1"/>
          </p:cNvSpPr>
          <p:nvPr>
            <p:ph type="sldNum" sz="quarter" idx="12"/>
          </p:nvPr>
        </p:nvSpPr>
        <p:spPr>
          <a:xfrm>
            <a:off x="640080" y="6343955"/>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1F35E9FA-D749-4B0D-A60E-CFC9630D3818}" type="datetime1">
              <a:rPr lang="en-US" smtClean="0"/>
              <a:t>12/15/2025</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67A35BA-41D5-4E87-94C2-E365E2A3656B}" type="datetime1">
              <a:rPr lang="en-US" smtClean="0"/>
              <a:pPr/>
              <a:t>12/15/2025</a:t>
            </a:fld>
            <a:endParaRPr lang="en-US"/>
          </a:p>
        </p:txBody>
      </p:sp>
      <p:cxnSp>
        <p:nvCxnSpPr>
          <p:cNvPr id="6" name="Straight Connector 5">
            <a:extLst>
              <a:ext uri="{FF2B5EF4-FFF2-40B4-BE49-F238E27FC236}">
                <a16:creationId xmlns:a16="http://schemas.microsoft.com/office/drawing/2014/main" id="{DBE49238-DF0A-377C-44CB-3CB196CE8B0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BD35DDC-8314-6A30-6D59-7CFF0BD5045F}"/>
              </a:ext>
            </a:extLst>
          </p:cNvPr>
          <p:cNvGrpSpPr/>
          <p:nvPr userDrawn="1"/>
        </p:nvGrpSpPr>
        <p:grpSpPr>
          <a:xfrm flipV="1">
            <a:off x="11078040" y="5621541"/>
            <a:ext cx="504370" cy="544340"/>
            <a:chOff x="10917026" y="837879"/>
            <a:chExt cx="513774" cy="554490"/>
          </a:xfrm>
        </p:grpSpPr>
        <p:sp>
          <p:nvSpPr>
            <p:cNvPr id="17" name="Graphic 12">
              <a:extLst>
                <a:ext uri="{FF2B5EF4-FFF2-40B4-BE49-F238E27FC236}">
                  <a16:creationId xmlns:a16="http://schemas.microsoft.com/office/drawing/2014/main" id="{EA215C9F-878F-671A-B9B7-F595B6F08C9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8" name="Graphic 13">
              <a:extLst>
                <a:ext uri="{FF2B5EF4-FFF2-40B4-BE49-F238E27FC236}">
                  <a16:creationId xmlns:a16="http://schemas.microsoft.com/office/drawing/2014/main" id="{1FDC6A2A-8F91-EB17-2338-E6C2D2EBAE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CF011AA8-B85F-1FFC-8166-AEC5505942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6" name="Content Placeholder 6">
            <a:extLst>
              <a:ext uri="{FF2B5EF4-FFF2-40B4-BE49-F238E27FC236}">
                <a16:creationId xmlns:a16="http://schemas.microsoft.com/office/drawing/2014/main" id="{CA85F09D-A87B-CB41-9F0D-563DF42750FB}"/>
              </a:ext>
            </a:extLst>
          </p:cNvPr>
          <p:cNvSpPr>
            <a:spLocks noGrp="1"/>
          </p:cNvSpPr>
          <p:nvPr>
            <p:ph sz="quarter" idx="13" hasCustomPrompt="1"/>
          </p:nvPr>
        </p:nvSpPr>
        <p:spPr>
          <a:xfrm>
            <a:off x="1526591" y="1690313"/>
            <a:ext cx="10058392" cy="3719887"/>
          </a:xfrm>
        </p:spPr>
        <p:txBody>
          <a:bodyPr anchor="b">
            <a:normAutofit/>
          </a:bodyPr>
          <a:lstStyle>
            <a:lvl1pPr marL="0" indent="0">
              <a:lnSpc>
                <a:spcPct val="90000"/>
              </a:lnSpc>
              <a:buNone/>
              <a:defRPr sz="5000" b="1" cap="all" baseline="0">
                <a:solidFill>
                  <a:schemeClr val="bg2"/>
                </a:solidFill>
              </a:defRPr>
            </a:lvl1pPr>
            <a:lvl2pPr marL="228600" indent="0">
              <a:lnSpc>
                <a:spcPct val="90000"/>
              </a:lnSpc>
              <a:buNone/>
              <a:defRPr sz="5000" b="1" cap="all" baseline="0">
                <a:solidFill>
                  <a:schemeClr val="bg2"/>
                </a:solidFill>
              </a:defRPr>
            </a:lvl2pPr>
            <a:lvl3pPr marL="457200" indent="0">
              <a:lnSpc>
                <a:spcPct val="90000"/>
              </a:lnSpc>
              <a:buNone/>
              <a:defRPr sz="5000" b="1" cap="all" baseline="0">
                <a:solidFill>
                  <a:schemeClr val="bg2"/>
                </a:solidFill>
              </a:defRPr>
            </a:lvl3pPr>
            <a:lvl4pPr marL="685800" indent="0">
              <a:lnSpc>
                <a:spcPct val="90000"/>
              </a:lnSpc>
              <a:buNone/>
              <a:defRPr sz="5000" b="1" cap="all" baseline="0">
                <a:solidFill>
                  <a:schemeClr val="bg2"/>
                </a:solidFill>
              </a:defRPr>
            </a:lvl4pPr>
            <a:lvl5pPr marL="914400" indent="0">
              <a:lnSpc>
                <a:spcPct val="90000"/>
              </a:lnSpc>
              <a:buNone/>
              <a:defRPr sz="5000" b="1" cap="all" baseline="0">
                <a:solidFill>
                  <a:schemeClr val="bg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21" name="Slide Number Placeholder 7">
            <a:extLst>
              <a:ext uri="{FF2B5EF4-FFF2-40B4-BE49-F238E27FC236}">
                <a16:creationId xmlns:a16="http://schemas.microsoft.com/office/drawing/2014/main" id="{00F7CBC6-342F-01DB-66E0-884090B8C49E}"/>
              </a:ext>
            </a:extLst>
          </p:cNvPr>
          <p:cNvSpPr>
            <a:spLocks noGrp="1"/>
          </p:cNvSpPr>
          <p:nvPr>
            <p:ph type="sldNum" sz="quarter" idx="12"/>
          </p:nvPr>
        </p:nvSpPr>
        <p:spPr>
          <a:xfrm>
            <a:off x="53340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AEFC801C-C54B-4E4E-A0DD-68C292C7D70F}" type="datetime1">
              <a:rPr lang="en-US" smtClean="0"/>
              <a:pPr/>
              <a:t>12/15/2025</a:t>
            </a:fld>
            <a:endParaRPr lang="en-US"/>
          </a:p>
        </p:txBody>
      </p:sp>
      <p:cxnSp>
        <p:nvCxnSpPr>
          <p:cNvPr id="12" name="Straight Connector 11">
            <a:extLst>
              <a:ext uri="{FF2B5EF4-FFF2-40B4-BE49-F238E27FC236}">
                <a16:creationId xmlns:a16="http://schemas.microsoft.com/office/drawing/2014/main" id="{8E2B2DB4-DD7D-58E1-01FE-5FFF910648A7}"/>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9D56D9B-2864-E096-10F4-5D8317251883}"/>
              </a:ext>
            </a:extLst>
          </p:cNvPr>
          <p:cNvGrpSpPr/>
          <p:nvPr userDrawn="1"/>
        </p:nvGrpSpPr>
        <p:grpSpPr>
          <a:xfrm>
            <a:off x="11078040" y="685800"/>
            <a:ext cx="504370" cy="544340"/>
            <a:chOff x="10917026" y="837879"/>
            <a:chExt cx="513774" cy="554490"/>
          </a:xfrm>
        </p:grpSpPr>
        <p:sp>
          <p:nvSpPr>
            <p:cNvPr id="23" name="Graphic 12">
              <a:extLst>
                <a:ext uri="{FF2B5EF4-FFF2-40B4-BE49-F238E27FC236}">
                  <a16:creationId xmlns:a16="http://schemas.microsoft.com/office/drawing/2014/main" id="{9E434210-AC88-0E90-99A6-F5157D40C9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24" name="Graphic 13">
              <a:extLst>
                <a:ext uri="{FF2B5EF4-FFF2-40B4-BE49-F238E27FC236}">
                  <a16:creationId xmlns:a16="http://schemas.microsoft.com/office/drawing/2014/main" id="{653B4F72-DA95-D4DE-FAE7-DC2D5E6049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25" name="Graphic 15">
              <a:extLst>
                <a:ext uri="{FF2B5EF4-FFF2-40B4-BE49-F238E27FC236}">
                  <a16:creationId xmlns:a16="http://schemas.microsoft.com/office/drawing/2014/main" id="{2BE78A52-1376-FE2B-92AE-364DDFA47BA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7136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Content Placeholder 6">
            <a:extLst>
              <a:ext uri="{FF2B5EF4-FFF2-40B4-BE49-F238E27FC236}">
                <a16:creationId xmlns:a16="http://schemas.microsoft.com/office/drawing/2014/main" id="{3055D1E2-672A-BC69-9411-7E76AE1C25DE}"/>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12/15/2025</a:t>
            </a:fld>
            <a:endParaRPr lang="en-US"/>
          </a:p>
        </p:txBody>
      </p:sp>
      <p:cxnSp>
        <p:nvCxnSpPr>
          <p:cNvPr id="13" name="Straight Connector 12">
            <a:extLst>
              <a:ext uri="{FF2B5EF4-FFF2-40B4-BE49-F238E27FC236}">
                <a16:creationId xmlns:a16="http://schemas.microsoft.com/office/drawing/2014/main" id="{FEA9293D-D6A1-8AF9-4813-CA78F41FC41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6023739-FBF1-75F2-EA5B-628D1D31BA94}"/>
              </a:ext>
            </a:extLst>
          </p:cNvPr>
          <p:cNvGrpSpPr/>
          <p:nvPr userDrawn="1"/>
        </p:nvGrpSpPr>
        <p:grpSpPr>
          <a:xfrm flipV="1">
            <a:off x="11078040" y="5621541"/>
            <a:ext cx="504370" cy="544340"/>
            <a:chOff x="10917026" y="837879"/>
            <a:chExt cx="513774" cy="554490"/>
          </a:xfrm>
        </p:grpSpPr>
        <p:sp>
          <p:nvSpPr>
            <p:cNvPr id="15" name="Graphic 12">
              <a:extLst>
                <a:ext uri="{FF2B5EF4-FFF2-40B4-BE49-F238E27FC236}">
                  <a16:creationId xmlns:a16="http://schemas.microsoft.com/office/drawing/2014/main" id="{D0F1A970-FF5D-F896-04FA-CE4666C8553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6" name="Graphic 13">
              <a:extLst>
                <a:ext uri="{FF2B5EF4-FFF2-40B4-BE49-F238E27FC236}">
                  <a16:creationId xmlns:a16="http://schemas.microsoft.com/office/drawing/2014/main" id="{B139D13F-0D14-73D2-8BA3-AB49A0A4541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7" name="Graphic 15">
              <a:extLst>
                <a:ext uri="{FF2B5EF4-FFF2-40B4-BE49-F238E27FC236}">
                  <a16:creationId xmlns:a16="http://schemas.microsoft.com/office/drawing/2014/main" id="{A8A8E97E-9C11-2BC8-9144-BDB59524BF4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325148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455036-72A5-504C-C91E-CA942A9C1B15}"/>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AAC21E96-E96F-13AB-4E2D-2F2A9463609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DCA12CF-50BA-FD37-1BFD-37DBA94A1E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8C62BDEF-3630-134A-D8AF-6029EE44805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6">
            <a:extLst>
              <a:ext uri="{FF2B5EF4-FFF2-40B4-BE49-F238E27FC236}">
                <a16:creationId xmlns:a16="http://schemas.microsoft.com/office/drawing/2014/main" id="{BF9D5BEE-93D7-A052-AACD-00C46FF56143}"/>
              </a:ext>
            </a:extLst>
          </p:cNvPr>
          <p:cNvSpPr>
            <a:spLocks noGrp="1"/>
          </p:cNvSpPr>
          <p:nvPr>
            <p:ph type="title" hasCustomPrompt="1"/>
          </p:nvPr>
        </p:nvSpPr>
        <p:spPr>
          <a:xfrm>
            <a:off x="1524000" y="4955722"/>
            <a:ext cx="9143999" cy="669472"/>
          </a:xfrm>
        </p:spPr>
        <p:txBody>
          <a:bodyPr anchor="ctr">
            <a:normAutofit/>
          </a:bodyPr>
          <a:lstStyle>
            <a:lvl1pPr>
              <a:lnSpc>
                <a:spcPct val="120000"/>
              </a:lnSpc>
              <a:defRPr sz="2000">
                <a:solidFill>
                  <a:schemeClr val="accent2"/>
                </a:solidFill>
              </a:defRPr>
            </a:lvl1pPr>
          </a:lstStyle>
          <a:p>
            <a:r>
              <a:rPr lang="en-US"/>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F08A4F7D-BA50-448B-6700-E8EB878B3364}"/>
              </a:ext>
            </a:extLst>
          </p:cNvPr>
          <p:cNvSpPr>
            <a:spLocks noGrp="1"/>
          </p:cNvSpPr>
          <p:nvPr>
            <p:ph sz="quarter" idx="14" hasCustomPrompt="1"/>
          </p:nvPr>
        </p:nvSpPr>
        <p:spPr>
          <a:xfrm>
            <a:off x="1549400" y="1536700"/>
            <a:ext cx="9144000" cy="3111500"/>
          </a:xfrm>
        </p:spPr>
        <p:txBody>
          <a:bodyPr>
            <a:normAutofit/>
          </a:bodyPr>
          <a:lstStyle>
            <a:lvl1pPr marL="0" indent="0">
              <a:lnSpc>
                <a:spcPct val="90000"/>
              </a:lnSpc>
              <a:buNone/>
              <a:defRPr sz="5000" b="0"/>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12/15/2025</a:t>
            </a:fld>
            <a:endParaRPr lang="en-US"/>
          </a:p>
        </p:txBody>
      </p:sp>
      <p:cxnSp>
        <p:nvCxnSpPr>
          <p:cNvPr id="13" name="Straight Connector 12">
            <a:extLst>
              <a:ext uri="{FF2B5EF4-FFF2-40B4-BE49-F238E27FC236}">
                <a16:creationId xmlns:a16="http://schemas.microsoft.com/office/drawing/2014/main" id="{E2982CD0-EB8A-46A8-84EC-153D7BA32560}"/>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54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6EF1BF-151B-8EEC-0E02-E06802C34ADA}"/>
              </a:ext>
            </a:extLst>
          </p:cNvPr>
          <p:cNvSpPr>
            <a:spLocks noGrp="1"/>
          </p:cNvSpPr>
          <p:nvPr>
            <p:ph type="title" hasCustomPrompt="1"/>
          </p:nvPr>
        </p:nvSpPr>
        <p:spPr>
          <a:xfrm>
            <a:off x="731520" y="4955721"/>
            <a:ext cx="9143999" cy="669472"/>
          </a:xfrm>
        </p:spPr>
        <p:txBody>
          <a:bodyPr anchor="ctr">
            <a:normAutofit/>
          </a:bodyPr>
          <a:lstStyle>
            <a:lvl1pPr>
              <a:lnSpc>
                <a:spcPct val="120000"/>
              </a:lnSpc>
              <a:defRPr sz="2000"/>
            </a:lvl1pPr>
          </a:lstStyle>
          <a:p>
            <a:r>
              <a:rPr lang="en-US"/>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13" name="Content Placeholder 12">
            <a:extLst>
              <a:ext uri="{FF2B5EF4-FFF2-40B4-BE49-F238E27FC236}">
                <a16:creationId xmlns:a16="http://schemas.microsoft.com/office/drawing/2014/main" id="{99640F48-020D-81AF-A324-1A8C96F82127}"/>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234566FD-24FB-4338-A35C-D9AE347B4F66}" type="datetime1">
              <a:rPr lang="en-US" smtClean="0"/>
              <a:pPr/>
              <a:t>12/15/2025</a:t>
            </a:fld>
            <a:endParaRPr lang="en-US"/>
          </a:p>
        </p:txBody>
      </p:sp>
      <p:grpSp>
        <p:nvGrpSpPr>
          <p:cNvPr id="6" name="Group 5">
            <a:extLst>
              <a:ext uri="{FF2B5EF4-FFF2-40B4-BE49-F238E27FC236}">
                <a16:creationId xmlns:a16="http://schemas.microsoft.com/office/drawing/2014/main" id="{65B35AFC-D0D8-27D0-7877-F898628C3791}"/>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E071C14C-69C9-51C1-C72F-11F5203795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9" name="Graphic 13">
              <a:extLst>
                <a:ext uri="{FF2B5EF4-FFF2-40B4-BE49-F238E27FC236}">
                  <a16:creationId xmlns:a16="http://schemas.microsoft.com/office/drawing/2014/main" id="{D19ADD24-6A4A-7A9D-F028-439BF3EA250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AE878D98-B8A1-9693-E217-46740B9C7F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9907629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42ABA34-9E2C-57A7-6EC1-822DB06AB4A5}"/>
              </a:ext>
            </a:extLst>
          </p:cNvPr>
          <p:cNvSpPr>
            <a:spLocks noGrp="1"/>
          </p:cNvSpPr>
          <p:nvPr>
            <p:ph type="title" hasCustomPrompt="1"/>
          </p:nvPr>
        </p:nvSpPr>
        <p:spPr>
          <a:xfrm>
            <a:off x="731520" y="4955722"/>
            <a:ext cx="9143999" cy="669472"/>
          </a:xfrm>
        </p:spPr>
        <p:txBody>
          <a:bodyPr anchor="ctr">
            <a:normAutofit/>
          </a:bodyPr>
          <a:lstStyle>
            <a:lvl1pPr>
              <a:lnSpc>
                <a:spcPct val="120000"/>
              </a:lnSpc>
              <a:defRPr sz="2000">
                <a:solidFill>
                  <a:schemeClr val="accent2"/>
                </a:solidFill>
              </a:defRPr>
            </a:lvl1pPr>
          </a:lstStyle>
          <a:p>
            <a:r>
              <a:rPr lang="en-US"/>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3" name="Content Placeholder 12">
            <a:extLst>
              <a:ext uri="{FF2B5EF4-FFF2-40B4-BE49-F238E27FC236}">
                <a16:creationId xmlns:a16="http://schemas.microsoft.com/office/drawing/2014/main" id="{84393E52-BC0A-C941-AB99-B2E2040F966A}"/>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02BF1DD-1BF4-406D-9906-B4846BCC8D55}" type="datetime1">
              <a:rPr lang="en-US" smtClean="0"/>
              <a:t>12/15/2025</a:t>
            </a:fld>
            <a:endParaRPr lang="en-US"/>
          </a:p>
        </p:txBody>
      </p:sp>
      <p:grpSp>
        <p:nvGrpSpPr>
          <p:cNvPr id="9" name="Group 8">
            <a:extLst>
              <a:ext uri="{FF2B5EF4-FFF2-40B4-BE49-F238E27FC236}">
                <a16:creationId xmlns:a16="http://schemas.microsoft.com/office/drawing/2014/main" id="{038AFCDA-E25A-66FA-A065-43B64A7DC53D}"/>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BC1282DB-3134-604E-A636-7EC91636C53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1622449-7FF6-2681-8BAB-610A3A6F0F9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DF1B7C46-3578-8B8A-2B33-C7E41C8F09E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539854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7B80538-E0C0-8B37-2CBC-715464FE825E}"/>
              </a:ext>
            </a:extLst>
          </p:cNvPr>
          <p:cNvSpPr>
            <a:spLocks noGrp="1"/>
          </p:cNvSpPr>
          <p:nvPr>
            <p:ph type="title"/>
          </p:nvPr>
        </p:nvSpPr>
        <p:spPr>
          <a:xfrm>
            <a:off x="1529442" y="731520"/>
            <a:ext cx="10052958" cy="962590"/>
          </a:xfrm>
        </p:spPr>
        <p:txBody>
          <a:bodyPr anchor="b"/>
          <a:lstStyle/>
          <a:p>
            <a:r>
              <a:rPr lang="en-US"/>
              <a:t>Click to edit Master title style</a:t>
            </a:r>
          </a:p>
        </p:txBody>
      </p:sp>
      <p:sp>
        <p:nvSpPr>
          <p:cNvPr id="9" name="Content Placeholder 5">
            <a:extLst>
              <a:ext uri="{FF2B5EF4-FFF2-40B4-BE49-F238E27FC236}">
                <a16:creationId xmlns:a16="http://schemas.microsoft.com/office/drawing/2014/main" id="{7C0431DD-A630-224B-A787-6BF3732EE15B}"/>
              </a:ext>
            </a:extLst>
          </p:cNvPr>
          <p:cNvSpPr>
            <a:spLocks noGrp="1"/>
          </p:cNvSpPr>
          <p:nvPr>
            <p:ph sz="quarter" idx="15"/>
          </p:nvPr>
        </p:nvSpPr>
        <p:spPr>
          <a:xfrm>
            <a:off x="1524000" y="1905000"/>
            <a:ext cx="4846320" cy="42687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1">
            <a:extLst>
              <a:ext uri="{FF2B5EF4-FFF2-40B4-BE49-F238E27FC236}">
                <a16:creationId xmlns:a16="http://schemas.microsoft.com/office/drawing/2014/main" id="{B9CDF450-BB1A-E96B-F44C-F881C731657F}"/>
              </a:ext>
            </a:extLst>
          </p:cNvPr>
          <p:cNvSpPr>
            <a:spLocks noGrp="1"/>
          </p:cNvSpPr>
          <p:nvPr>
            <p:ph sz="quarter" idx="16"/>
          </p:nvPr>
        </p:nvSpPr>
        <p:spPr>
          <a:xfrm>
            <a:off x="6736080" y="1905000"/>
            <a:ext cx="4846320" cy="42687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94E2D18C-90AA-6695-2849-42F0DF3B0F0F}"/>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Footer Placeholder 5">
            <a:extLst>
              <a:ext uri="{FF2B5EF4-FFF2-40B4-BE49-F238E27FC236}">
                <a16:creationId xmlns:a16="http://schemas.microsoft.com/office/drawing/2014/main" id="{0B4E1DD8-E0C8-2F63-6C5D-5D9786B14EDA}"/>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4" name="Date Placeholder 4">
            <a:extLst>
              <a:ext uri="{FF2B5EF4-FFF2-40B4-BE49-F238E27FC236}">
                <a16:creationId xmlns:a16="http://schemas.microsoft.com/office/drawing/2014/main" id="{EE15D4EB-C819-8C4D-4973-D17848DE49F5}"/>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12/15/2025</a:t>
            </a:fld>
            <a:endParaRPr lang="en-US"/>
          </a:p>
        </p:txBody>
      </p:sp>
      <p:sp>
        <p:nvSpPr>
          <p:cNvPr id="16" name="Slide Number Placeholder 6">
            <a:extLst>
              <a:ext uri="{FF2B5EF4-FFF2-40B4-BE49-F238E27FC236}">
                <a16:creationId xmlns:a16="http://schemas.microsoft.com/office/drawing/2014/main" id="{2F83B63A-E313-2543-7396-0E4520FC006F}"/>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B3D62A-20D4-C83A-8EC5-0F0FC4527F88}"/>
              </a:ext>
            </a:extLst>
          </p:cNvPr>
          <p:cNvSpPr>
            <a:spLocks noGrp="1"/>
          </p:cNvSpPr>
          <p:nvPr>
            <p:ph type="title"/>
          </p:nvPr>
        </p:nvSpPr>
        <p:spPr>
          <a:xfrm>
            <a:off x="1529442" y="731520"/>
            <a:ext cx="10052958" cy="96259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23941"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36080"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24000" y="2387600"/>
            <a:ext cx="4846320" cy="37861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736080" y="2387600"/>
            <a:ext cx="4846320" cy="37861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85017F05-8154-C1CA-504D-0FCFD392C8ED}"/>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Footer Placeholder 5">
            <a:extLst>
              <a:ext uri="{FF2B5EF4-FFF2-40B4-BE49-F238E27FC236}">
                <a16:creationId xmlns:a16="http://schemas.microsoft.com/office/drawing/2014/main" id="{DADACAB8-8D38-74EC-8F23-74C19B5E311C}"/>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3" name="Date Placeholder 4">
            <a:extLst>
              <a:ext uri="{FF2B5EF4-FFF2-40B4-BE49-F238E27FC236}">
                <a16:creationId xmlns:a16="http://schemas.microsoft.com/office/drawing/2014/main" id="{C933945D-DCC7-91C9-7715-6D66CD166B14}"/>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12/15/2025</a:t>
            </a:fld>
            <a:endParaRPr lang="en-US"/>
          </a:p>
        </p:txBody>
      </p:sp>
      <p:sp>
        <p:nvSpPr>
          <p:cNvPr id="15" name="Slide Number Placeholder 6">
            <a:extLst>
              <a:ext uri="{FF2B5EF4-FFF2-40B4-BE49-F238E27FC236}">
                <a16:creationId xmlns:a16="http://schemas.microsoft.com/office/drawing/2014/main" id="{8611D5B1-377C-9FAD-8742-CD62D3D705A0}"/>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701E479-4069-C843-393B-6E9B41A957D5}"/>
              </a:ext>
            </a:extLst>
          </p:cNvPr>
          <p:cNvGrpSpPr/>
          <p:nvPr userDrawn="1"/>
        </p:nvGrpSpPr>
        <p:grpSpPr>
          <a:xfrm flipV="1">
            <a:off x="11078040" y="5621541"/>
            <a:ext cx="504370" cy="544340"/>
            <a:chOff x="10917026" y="837879"/>
            <a:chExt cx="513774" cy="554490"/>
          </a:xfrm>
        </p:grpSpPr>
        <p:sp>
          <p:nvSpPr>
            <p:cNvPr id="3" name="Graphic 12">
              <a:extLst>
                <a:ext uri="{FF2B5EF4-FFF2-40B4-BE49-F238E27FC236}">
                  <a16:creationId xmlns:a16="http://schemas.microsoft.com/office/drawing/2014/main" id="{9371E991-E43A-8273-A079-19D35B2505A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31556ED0-DF39-D5B2-4B44-3ABD175F11F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D28126CE-14E8-D34A-20CD-7A393D29D36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
        <p:nvSpPr>
          <p:cNvPr id="6" name="Title 1">
            <a:extLst>
              <a:ext uri="{FF2B5EF4-FFF2-40B4-BE49-F238E27FC236}">
                <a16:creationId xmlns:a16="http://schemas.microsoft.com/office/drawing/2014/main" id="{B4A8E7DD-F0B9-81F7-287D-3CB3DD2F7595}"/>
              </a:ext>
            </a:extLst>
          </p:cNvPr>
          <p:cNvSpPr>
            <a:spLocks noGrp="1"/>
          </p:cNvSpPr>
          <p:nvPr>
            <p:ph type="title"/>
          </p:nvPr>
        </p:nvSpPr>
        <p:spPr>
          <a:xfrm>
            <a:off x="1529442" y="731520"/>
            <a:ext cx="10052958" cy="962590"/>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431432E4-BA69-9DA5-4717-E3EA0C6F7E1D}"/>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8" name="Date Placeholder 4">
            <a:extLst>
              <a:ext uri="{FF2B5EF4-FFF2-40B4-BE49-F238E27FC236}">
                <a16:creationId xmlns:a16="http://schemas.microsoft.com/office/drawing/2014/main" id="{109ADB64-53B3-115D-AECE-9573AE4F6B50}"/>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12/15/2025</a:t>
            </a:fld>
            <a:endParaRPr lang="en-US"/>
          </a:p>
        </p:txBody>
      </p:sp>
      <p:sp>
        <p:nvSpPr>
          <p:cNvPr id="10" name="Slide Number Placeholder 6">
            <a:extLst>
              <a:ext uri="{FF2B5EF4-FFF2-40B4-BE49-F238E27FC236}">
                <a16:creationId xmlns:a16="http://schemas.microsoft.com/office/drawing/2014/main" id="{B4E7037E-3D24-9B01-B8A9-56A86C69701E}"/>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cxnSp>
        <p:nvCxnSpPr>
          <p:cNvPr id="11" name="Straight Connector 10">
            <a:extLst>
              <a:ext uri="{FF2B5EF4-FFF2-40B4-BE49-F238E27FC236}">
                <a16:creationId xmlns:a16="http://schemas.microsoft.com/office/drawing/2014/main" id="{B6245B12-231B-F569-B506-50857FF5F058}"/>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147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12/15/2025</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731519"/>
            <a:ext cx="3108960" cy="2651760"/>
          </a:xfrm>
        </p:spPr>
        <p:txBody>
          <a:bodyPr anchor="t">
            <a:noAutofit/>
          </a:bodyPr>
          <a:lstStyle>
            <a:lvl1pPr>
              <a:defRPr sz="4000"/>
            </a:lvl1pPr>
          </a:lstStyle>
          <a:p>
            <a:r>
              <a:rPr lang="en-US"/>
              <a:t>Click to edit Master title style</a:t>
            </a:r>
          </a:p>
        </p:txBody>
      </p:sp>
      <p:sp>
        <p:nvSpPr>
          <p:cNvPr id="9" name="Text Placeholder 2">
            <a:extLst>
              <a:ext uri="{FF2B5EF4-FFF2-40B4-BE49-F238E27FC236}">
                <a16:creationId xmlns:a16="http://schemas.microsoft.com/office/drawing/2014/main" id="{5ED79D4C-84E4-DE7D-6224-9B34D3EC7A52}"/>
              </a:ext>
            </a:extLst>
          </p:cNvPr>
          <p:cNvSpPr>
            <a:spLocks noGrp="1"/>
          </p:cNvSpPr>
          <p:nvPr>
            <p:ph type="body" sz="half" idx="13"/>
          </p:nvPr>
        </p:nvSpPr>
        <p:spPr>
          <a:xfrm>
            <a:off x="731520" y="3439824"/>
            <a:ext cx="3108960" cy="2743200"/>
          </a:xfrm>
        </p:spPr>
        <p:txBody>
          <a:bodyPr>
            <a:normAutofit/>
          </a:bodyPr>
          <a:lstStyle>
            <a:lvl1pPr marL="0" indent="0">
              <a:buNone/>
              <a:defRPr sz="1400"/>
            </a:lvl1pPr>
          </a:lstStyle>
          <a:p>
            <a:r>
              <a:rPr lang="en-US"/>
              <a:t>Add a brief caption</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114800" y="685800"/>
            <a:ext cx="6440258" cy="5497224"/>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12/15/2025</a:t>
            </a:fld>
            <a:endParaRPr lang="en-US"/>
          </a:p>
        </p:txBody>
      </p:sp>
      <p:grpSp>
        <p:nvGrpSpPr>
          <p:cNvPr id="12" name="Group 11">
            <a:extLst>
              <a:ext uri="{FF2B5EF4-FFF2-40B4-BE49-F238E27FC236}">
                <a16:creationId xmlns:a16="http://schemas.microsoft.com/office/drawing/2014/main" id="{0289281C-AACF-B0FF-0467-84E4A5880E0E}"/>
              </a:ext>
            </a:extLst>
          </p:cNvPr>
          <p:cNvGrpSpPr/>
          <p:nvPr userDrawn="1"/>
        </p:nvGrpSpPr>
        <p:grpSpPr>
          <a:xfrm flipV="1">
            <a:off x="11078040" y="5621541"/>
            <a:ext cx="504370" cy="544340"/>
            <a:chOff x="10917026" y="837879"/>
            <a:chExt cx="513774" cy="554490"/>
          </a:xfrm>
        </p:grpSpPr>
        <p:sp>
          <p:nvSpPr>
            <p:cNvPr id="13" name="Graphic 12">
              <a:extLst>
                <a:ext uri="{FF2B5EF4-FFF2-40B4-BE49-F238E27FC236}">
                  <a16:creationId xmlns:a16="http://schemas.microsoft.com/office/drawing/2014/main" id="{B8CC52C9-51C3-9020-0FCD-5EB77AB5B753}"/>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6176F77F-F023-802F-E39B-3BED7F91082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B3DC35F6-01C6-9167-442E-69469D51012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58978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2E33D2F-D845-A10E-F9E5-C6C051C8E9B2}"/>
              </a:ext>
            </a:extLst>
          </p:cNvPr>
          <p:cNvSpPr>
            <a:spLocks noGrp="1"/>
          </p:cNvSpPr>
          <p:nvPr>
            <p:ph type="title"/>
          </p:nvPr>
        </p:nvSpPr>
        <p:spPr>
          <a:xfrm>
            <a:off x="731520" y="731519"/>
            <a:ext cx="3108960" cy="2651760"/>
          </a:xfrm>
        </p:spPr>
        <p:txBody>
          <a:bodyPr anchor="t">
            <a:noAutofit/>
          </a:bodyPr>
          <a:lstStyle>
            <a:lvl1pPr>
              <a:defRPr sz="4000"/>
            </a:lvl1pPr>
          </a:lstStyle>
          <a:p>
            <a:r>
              <a:rPr lang="en-US"/>
              <a:t>Click to edit Master title style</a:t>
            </a:r>
          </a:p>
        </p:txBody>
      </p:sp>
      <p:sp>
        <p:nvSpPr>
          <p:cNvPr id="9" name="Text Placeholder 2">
            <a:extLst>
              <a:ext uri="{FF2B5EF4-FFF2-40B4-BE49-F238E27FC236}">
                <a16:creationId xmlns:a16="http://schemas.microsoft.com/office/drawing/2014/main" id="{31625BF7-9F13-8163-32DF-576DC01B4C2A}"/>
              </a:ext>
            </a:extLst>
          </p:cNvPr>
          <p:cNvSpPr>
            <a:spLocks noGrp="1"/>
          </p:cNvSpPr>
          <p:nvPr>
            <p:ph type="body" sz="half" idx="13" hasCustomPrompt="1"/>
          </p:nvPr>
        </p:nvSpPr>
        <p:spPr>
          <a:xfrm>
            <a:off x="731520" y="3439824"/>
            <a:ext cx="3108960" cy="2743200"/>
          </a:xfrm>
        </p:spPr>
        <p:txBody>
          <a:bodyPr anchor="b">
            <a:normAutofit/>
          </a:bodyPr>
          <a:lstStyle>
            <a:lvl1pPr marL="0" indent="0">
              <a:buNone/>
              <a:defRPr sz="1400"/>
            </a:lvl1pPr>
          </a:lstStyle>
          <a:p>
            <a:r>
              <a:rPr lang="en-US"/>
              <a:t>Add a brief caption</a:t>
            </a:r>
          </a:p>
        </p:txBody>
      </p:sp>
      <p:sp>
        <p:nvSpPr>
          <p:cNvPr id="11" name="Rectangle 10">
            <a:extLst>
              <a:ext uri="{FF2B5EF4-FFF2-40B4-BE49-F238E27FC236}">
                <a16:creationId xmlns:a16="http://schemas.microsoft.com/office/drawing/2014/main" id="{8E09ABEC-9982-598E-3149-770B511C9DE5}"/>
              </a:ext>
              <a:ext uri="{C183D7F6-B498-43B3-948B-1728B52AA6E4}">
                <adec:decorative xmlns:adec="http://schemas.microsoft.com/office/drawing/2017/decorative" val="1"/>
              </a:ext>
            </a:extLst>
          </p:cNvPr>
          <p:cNvSpPr/>
          <p:nvPr userDrawn="1"/>
        </p:nvSpPr>
        <p:spPr>
          <a:xfrm>
            <a:off x="5121319" y="674976"/>
            <a:ext cx="6461081" cy="5508048"/>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1DC35CE5-7DA7-38B2-B181-D21792BC7058}"/>
              </a:ext>
            </a:extLst>
          </p:cNvPr>
          <p:cNvSpPr>
            <a:spLocks noGrp="1"/>
          </p:cNvSpPr>
          <p:nvPr>
            <p:ph type="pic" sz="quarter" idx="14" hasCustomPrompt="1"/>
          </p:nvPr>
        </p:nvSpPr>
        <p:spPr>
          <a:xfrm>
            <a:off x="5423071" y="976729"/>
            <a:ext cx="5857577" cy="4893720"/>
          </a:xfrm>
          <a:blipFill>
            <a:blip r:embed="rId2">
              <a:alphaModFix amt="60000"/>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12/15/2025</a:t>
            </a:fld>
            <a:endParaRPr lang="en-US"/>
          </a:p>
        </p:txBody>
      </p:sp>
      <p:grpSp>
        <p:nvGrpSpPr>
          <p:cNvPr id="3" name="Group 2">
            <a:extLst>
              <a:ext uri="{FF2B5EF4-FFF2-40B4-BE49-F238E27FC236}">
                <a16:creationId xmlns:a16="http://schemas.microsoft.com/office/drawing/2014/main" id="{C6EBE213-1163-A018-F201-B0DD52F061C6}"/>
              </a:ext>
            </a:extLst>
          </p:cNvPr>
          <p:cNvGrpSpPr/>
          <p:nvPr userDrawn="1"/>
        </p:nvGrpSpPr>
        <p:grpSpPr>
          <a:xfrm>
            <a:off x="4150304" y="685800"/>
            <a:ext cx="504370" cy="544340"/>
            <a:chOff x="10917026" y="837879"/>
            <a:chExt cx="513774" cy="554490"/>
          </a:xfrm>
        </p:grpSpPr>
        <p:sp>
          <p:nvSpPr>
            <p:cNvPr id="4" name="Graphic 12">
              <a:extLst>
                <a:ext uri="{FF2B5EF4-FFF2-40B4-BE49-F238E27FC236}">
                  <a16:creationId xmlns:a16="http://schemas.microsoft.com/office/drawing/2014/main" id="{FA467C1C-1AD4-E57D-1EC5-1D2A5FC57C4F}"/>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0" name="Graphic 13">
              <a:extLst>
                <a:ext uri="{FF2B5EF4-FFF2-40B4-BE49-F238E27FC236}">
                  <a16:creationId xmlns:a16="http://schemas.microsoft.com/office/drawing/2014/main" id="{3A06BD60-6631-D2A4-5F55-5879D66B4F4D}"/>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E268D3C-723F-37BB-17D1-79FA50F8813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63798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31520"/>
            <a:ext cx="10056254" cy="1798622"/>
          </a:xfrm>
        </p:spPr>
        <p:txBody>
          <a:bodyPr anchor="b">
            <a:norm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2941593"/>
            <a:ext cx="10951037"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7">
            <a:extLst>
              <a:ext uri="{FF2B5EF4-FFF2-40B4-BE49-F238E27FC236}">
                <a16:creationId xmlns:a16="http://schemas.microsoft.com/office/drawing/2014/main" id="{14ACF6E0-81BA-C6A9-13FC-B271E985470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9" name="Footer Placeholder 4">
            <a:extLst>
              <a:ext uri="{FF2B5EF4-FFF2-40B4-BE49-F238E27FC236}">
                <a16:creationId xmlns:a16="http://schemas.microsoft.com/office/drawing/2014/main" id="{2101A0C6-0C6D-EBD8-D57E-7C85E02543AE}"/>
              </a:ext>
            </a:extLst>
          </p:cNvPr>
          <p:cNvSpPr>
            <a:spLocks noGrp="1"/>
          </p:cNvSpPr>
          <p:nvPr>
            <p:ph type="ftr" sz="quarter" idx="11"/>
          </p:nvPr>
        </p:nvSpPr>
        <p:spPr>
          <a:xfrm>
            <a:off x="1524000" y="6343955"/>
            <a:ext cx="2805405" cy="365125"/>
          </a:xfrm>
        </p:spPr>
        <p:txBody>
          <a:bodyPr/>
          <a:lstStyle>
            <a:lvl1pPr>
              <a:defRPr>
                <a:solidFill>
                  <a:schemeClr val="tx1"/>
                </a:solidFill>
              </a:defRPr>
            </a:lvl1pPr>
          </a:lstStyle>
          <a:p>
            <a:r>
              <a:rPr lang="en-US"/>
              <a:t>Sample Footer Text</a:t>
            </a:r>
          </a:p>
        </p:txBody>
      </p:sp>
      <p:sp>
        <p:nvSpPr>
          <p:cNvPr id="7" name="Date Placeholder 3">
            <a:extLst>
              <a:ext uri="{FF2B5EF4-FFF2-40B4-BE49-F238E27FC236}">
                <a16:creationId xmlns:a16="http://schemas.microsoft.com/office/drawing/2014/main" id="{9823B180-AF77-D3D2-D86A-C1A912482B08}"/>
              </a:ext>
            </a:extLst>
          </p:cNvPr>
          <p:cNvSpPr>
            <a:spLocks noGrp="1"/>
          </p:cNvSpPr>
          <p:nvPr>
            <p:ph type="dt" sz="half" idx="10"/>
          </p:nvPr>
        </p:nvSpPr>
        <p:spPr>
          <a:xfrm>
            <a:off x="9379756" y="6343955"/>
            <a:ext cx="2202644" cy="365125"/>
          </a:xfrm>
        </p:spPr>
        <p:txBody>
          <a:bodyPr/>
          <a:lstStyle>
            <a:lvl1pPr>
              <a:defRPr>
                <a:solidFill>
                  <a:schemeClr val="tx1"/>
                </a:solidFill>
              </a:defRPr>
            </a:lvl1pPr>
          </a:lstStyle>
          <a:p>
            <a:fld id="{1D3D1E3E-5DD4-4BAD-A138-1254BF94C224}" type="datetime1">
              <a:rPr lang="en-US" smtClean="0"/>
              <a:pPr/>
              <a:t>12/15/2025</a:t>
            </a:fld>
            <a:endParaRPr lang="en-US"/>
          </a:p>
        </p:txBody>
      </p:sp>
      <p:grpSp>
        <p:nvGrpSpPr>
          <p:cNvPr id="11" name="Group 10">
            <a:extLst>
              <a:ext uri="{FF2B5EF4-FFF2-40B4-BE49-F238E27FC236}">
                <a16:creationId xmlns:a16="http://schemas.microsoft.com/office/drawing/2014/main" id="{A0B99BEF-0A23-3355-F5D8-5D137FBE5DDE}"/>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7304BEE7-C610-4182-63C6-CC6EB50F618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339C8AB5-292D-0A63-B066-3D790891A6C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41F6A1FE-B32F-D442-D463-82EAC098DA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1044907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55065"/>
            <a:ext cx="6383298" cy="1734658"/>
          </a:xfrm>
        </p:spPr>
        <p:txBody>
          <a:bodyPr anchor="b">
            <a:noAutofit/>
          </a:bodyPr>
          <a:lstStyle>
            <a:lvl1pPr>
              <a:defRPr sz="600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531566"/>
            <a:ext cx="6383201" cy="1557567"/>
          </a:xfrm>
        </p:spPr>
        <p:txBody>
          <a:bodyPr>
            <a:noAutofit/>
          </a:bodyPr>
          <a:lstStyle>
            <a:lvl1pPr marL="0" indent="0">
              <a:buNone/>
              <a:defRPr sz="2000">
                <a:solidFill>
                  <a:schemeClr val="tx2"/>
                </a:solidFill>
              </a:defRPr>
            </a:lvl1pPr>
            <a:lvl2pPr marL="228600" indent="0">
              <a:buNone/>
              <a:defRPr sz="2000">
                <a:solidFill>
                  <a:schemeClr val="tx2"/>
                </a:solidFill>
              </a:defRPr>
            </a:lvl2pPr>
            <a:lvl3pPr marL="457200" indent="0">
              <a:buNone/>
              <a:defRPr sz="2000">
                <a:solidFill>
                  <a:schemeClr val="tx2"/>
                </a:solidFill>
              </a:defRPr>
            </a:lvl3pPr>
            <a:lvl4pPr marL="685800" indent="0">
              <a:buNone/>
              <a:defRPr sz="2000">
                <a:solidFill>
                  <a:schemeClr val="tx2"/>
                </a:solidFill>
              </a:defRPr>
            </a:lvl4pPr>
            <a:lvl5pPr marL="914400" indent="0">
              <a:buNone/>
              <a:defRPr sz="20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Picture Placeholder 18">
            <a:extLst>
              <a:ext uri="{FF2B5EF4-FFF2-40B4-BE49-F238E27FC236}">
                <a16:creationId xmlns:a16="http://schemas.microsoft.com/office/drawing/2014/main" id="{4935463D-B16B-B454-3DC3-3F0914867489}"/>
              </a:ext>
            </a:extLst>
          </p:cNvPr>
          <p:cNvSpPr>
            <a:spLocks noGrp="1"/>
          </p:cNvSpPr>
          <p:nvPr>
            <p:ph type="pic" sz="quarter" idx="15" hasCustomPrompt="1"/>
          </p:nvPr>
        </p:nvSpPr>
        <p:spPr>
          <a:xfrm>
            <a:off x="7924799" y="1655065"/>
            <a:ext cx="3640099" cy="3640098"/>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a:t>  </a:t>
            </a:r>
          </a:p>
        </p:txBody>
      </p:sp>
      <p:sp>
        <p:nvSpPr>
          <p:cNvPr id="13" name="Slide Number Placeholder 7">
            <a:extLst>
              <a:ext uri="{FF2B5EF4-FFF2-40B4-BE49-F238E27FC236}">
                <a16:creationId xmlns:a16="http://schemas.microsoft.com/office/drawing/2014/main" id="{2D4EE2D3-60C2-C211-D8EA-175E6CB964D8}"/>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12/15/2025</a:t>
            </a:fld>
            <a:endParaRPr lang="en-US"/>
          </a:p>
        </p:txBody>
      </p:sp>
      <p:grpSp>
        <p:nvGrpSpPr>
          <p:cNvPr id="26" name="Group 25">
            <a:extLst>
              <a:ext uri="{FF2B5EF4-FFF2-40B4-BE49-F238E27FC236}">
                <a16:creationId xmlns:a16="http://schemas.microsoft.com/office/drawing/2014/main" id="{F6EF1236-1402-EBC8-76E5-F7F39A7ACF55}"/>
              </a:ext>
            </a:extLst>
          </p:cNvPr>
          <p:cNvGrpSpPr/>
          <p:nvPr userDrawn="1"/>
        </p:nvGrpSpPr>
        <p:grpSpPr>
          <a:xfrm>
            <a:off x="8388140" y="1691849"/>
            <a:ext cx="3194260" cy="3561889"/>
            <a:chOff x="8176980" y="837879"/>
            <a:chExt cx="3253820" cy="3628304"/>
          </a:xfrm>
        </p:grpSpPr>
        <p:sp>
          <p:nvSpPr>
            <p:cNvPr id="27" name="Graphic 12">
              <a:extLst>
                <a:ext uri="{FF2B5EF4-FFF2-40B4-BE49-F238E27FC236}">
                  <a16:creationId xmlns:a16="http://schemas.microsoft.com/office/drawing/2014/main" id="{4474C7D0-F564-35BA-EC45-EF0D41EFCEE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28" name="Graphic 13">
              <a:extLst>
                <a:ext uri="{FF2B5EF4-FFF2-40B4-BE49-F238E27FC236}">
                  <a16:creationId xmlns:a16="http://schemas.microsoft.com/office/drawing/2014/main" id="{2492F345-45E5-E870-28A0-7AF74406047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29" name="Graphic 15">
              <a:extLst>
                <a:ext uri="{FF2B5EF4-FFF2-40B4-BE49-F238E27FC236}">
                  <a16:creationId xmlns:a16="http://schemas.microsoft.com/office/drawing/2014/main" id="{8868799D-9F7D-A469-E759-94A78C8F16E0}"/>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35912705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79756" y="6343955"/>
            <a:ext cx="2202644" cy="365125"/>
          </a:xfrm>
          <a:prstGeom prst="rect">
            <a:avLst/>
          </a:prstGeom>
        </p:spPr>
        <p:txBody>
          <a:bodyPr vert="horz" lIns="91440" tIns="45720" rIns="91440" bIns="45720" rtlCol="0" anchor="ctr"/>
          <a:lstStyle>
            <a:lvl1pPr algn="r" rtl="0">
              <a:defRPr sz="1000" b="0" i="0">
                <a:solidFill>
                  <a:schemeClr val="bg1">
                    <a:lumMod val="65000"/>
                  </a:schemeClr>
                </a:solidFill>
                <a:latin typeface="+mn-lt"/>
              </a:defRPr>
            </a:lvl1pPr>
          </a:lstStyle>
          <a:p>
            <a:fld id="{7DF4F7BB-A1DF-4BD2-8D5B-CA9EB40127CE}" type="datetime1">
              <a:rPr lang="en-US" smtClean="0"/>
              <a:pPr/>
              <a:t>12/15/2025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0" y="6343955"/>
            <a:ext cx="2805405" cy="365125"/>
          </a:xfrm>
          <a:prstGeom prst="rect">
            <a:avLst/>
          </a:prstGeom>
        </p:spPr>
        <p:txBody>
          <a:bodyPr vert="horz" lIns="91440" tIns="45720" rIns="91440" bIns="45720" rtlCol="0" anchor="ctr"/>
          <a:lstStyle>
            <a:lvl1pPr algn="l" rtl="0">
              <a:defRPr sz="1000" b="0" i="0">
                <a:solidFill>
                  <a:schemeClr val="bg1">
                    <a:lumMod val="65000"/>
                  </a:schemeClr>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533400" y="685801"/>
            <a:ext cx="609600" cy="365125"/>
          </a:xfrm>
          <a:prstGeom prst="rect">
            <a:avLst/>
          </a:prstGeom>
        </p:spPr>
        <p:txBody>
          <a:bodyPr vert="horz" lIns="91440" tIns="45720" rIns="91440" bIns="45720" rtlCol="0" anchor="ctr"/>
          <a:lstStyle>
            <a:lvl1pPr algn="l" rtl="0">
              <a:defRPr sz="1800" b="1" i="0">
                <a:solidFill>
                  <a:schemeClr val="accent2"/>
                </a:solidFill>
                <a:latin typeface="+mn-lt"/>
              </a:defRPr>
            </a:lvl1pPr>
          </a:lstStyle>
          <a:p>
            <a:fld id="{AEAA3239-9EA4-4A65-A281-97F994456D9F}"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00" y="1833296"/>
            <a:ext cx="10058400" cy="43389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524000" y="731520"/>
            <a:ext cx="10058400" cy="1004732"/>
          </a:xfrm>
          <a:prstGeom prst="rect">
            <a:avLst/>
          </a:prstGeom>
        </p:spPr>
        <p:txBody>
          <a:bodyPr vert="horz" lIns="91440" tIns="45720" rIns="91440" bIns="45720" rtlCol="0" anchor="b">
            <a:normAutofit/>
          </a:bodyPr>
          <a:lstStyle/>
          <a:p>
            <a:r>
              <a:rPr lang="en-US"/>
              <a:t>Click to edit Master title style</a:t>
            </a:r>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3" r:id="rId5"/>
    <p:sldLayoutId id="2147483895" r:id="rId6"/>
    <p:sldLayoutId id="2147483896" r:id="rId7"/>
    <p:sldLayoutId id="2147483897"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 id="2147483910" r:id="rId18"/>
    <p:sldLayoutId id="2147483911" r:id="rId19"/>
    <p:sldLayoutId id="2147483912" r:id="rId20"/>
    <p:sldLayoutId id="2147483913" r:id="rId21"/>
    <p:sldLayoutId id="2147483914" r:id="rId22"/>
    <p:sldLayoutId id="2147483915" r:id="rId23"/>
    <p:sldLayoutId id="2147483916" r:id="rId24"/>
    <p:sldLayoutId id="2147483917" r:id="rId25"/>
    <p:sldLayoutId id="2147483918" r:id="rId26"/>
    <p:sldLayoutId id="2147483919" r:id="rId27"/>
    <p:sldLayoutId id="2147483920" r:id="rId28"/>
    <p:sldLayoutId id="2147483921" r:id="rId29"/>
    <p:sldLayoutId id="2147483922" r:id="rId30"/>
    <p:sldLayoutId id="2147483923" r:id="rId31"/>
    <p:sldLayoutId id="2147483924" r:id="rId32"/>
    <p:sldLayoutId id="2147483925" r:id="rId33"/>
    <p:sldLayoutId id="2147483926" r:id="rId34"/>
    <p:sldLayoutId id="2147483927" r:id="rId35"/>
    <p:sldLayoutId id="2147483928" r:id="rId36"/>
    <p:sldLayoutId id="2147483929" r:id="rId37"/>
    <p:sldLayoutId id="2147483931" r:id="rId38"/>
    <p:sldLayoutId id="2147483932" r:id="rId39"/>
    <p:sldLayoutId id="2147483947" r:id="rId40"/>
    <p:sldLayoutId id="2147483936" r:id="rId41"/>
    <p:sldLayoutId id="2147483937" r:id="rId42"/>
    <p:sldLayoutId id="2147483938" r:id="rId43"/>
    <p:sldLayoutId id="2147483939" r:id="rId44"/>
    <p:sldLayoutId id="2147483940" r:id="rId45"/>
    <p:sldLayoutId id="2147483941" r:id="rId46"/>
    <p:sldLayoutId id="2147483942" r:id="rId47"/>
    <p:sldLayoutId id="2147483943" r:id="rId48"/>
    <p:sldLayoutId id="2147483944" r:id="rId49"/>
    <p:sldLayoutId id="2147483945" r:id="rId50"/>
    <p:sldLayoutId id="2147483946" r:id="rId51"/>
  </p:sldLayoutIdLst>
  <p:hf sldNum="0" hdr="0" ftr="0" dt="0"/>
  <p:txStyles>
    <p:title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800" b="0" i="0" kern="1200">
          <a:solidFill>
            <a:schemeClr val="tx2"/>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hyperlink" Target="https://adobe-my.sharepoint.com/:b:/r/personal/mkesharw_adobe_com/Documents/Documents/Contri/01-AEMGovAu/105-IRAP/Artefacts/2025%20Assessment/Trend%20Vision%20One_Cloud%20Security%20Assessment%20Report_v1.1%20For%20Release.pdf?csf=1&amp;web=1&amp;e=m7fvyx" TargetMode="External"/><Relationship Id="rId3" Type="http://schemas.openxmlformats.org/officeDocument/2006/relationships/image" Target="../media/image8.jpeg"/><Relationship Id="rId7" Type="http://schemas.openxmlformats.org/officeDocument/2006/relationships/hyperlink" Target="https://adobe-my.sharepoint.com/:b:/r/personal/mkesharw_adobe_com/Documents/Documents/Contri/01-AEMGovAu/105-IRAP/Artefacts/2021%20Assessment/Okta_Cloud_Security%20IRAP%20Assessment%20Report%20(September%202020)%20-%20Table.pdf?csf=1&amp;web=1&amp;e=IVyrKS" TargetMode="External"/><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hyperlink" Target="Splunk%20Cloud%20-%202021%20IRAP%20Assessment" TargetMode="External"/><Relationship Id="rId11" Type="http://schemas.openxmlformats.org/officeDocument/2006/relationships/image" Target="../media/image9.png"/><Relationship Id="rId5" Type="http://schemas.openxmlformats.org/officeDocument/2006/relationships/hyperlink" Target="https://adobe-my.sharepoint.com/:x:/r/personal/mkesharw_adobe_com/Documents/Documents/Contri/01-AEMGovAu/105-IRAP/Artefacts/2025%20Assessment/AWS%20IRAP%202024%20H2%20Cloud%20Security%20Controls%20Matrix%20(September%202024%20ISM).xlsx?d=wd5792e32c26d4f64a35f0067e1123f27&amp;csf=1&amp;web=1&amp;e=Sdhh91" TargetMode="External"/><Relationship Id="rId10" Type="http://schemas.openxmlformats.org/officeDocument/2006/relationships/hyperlink" Target="https://adobe-my.sharepoint.com/:x:/r/personal/mkesharw_adobe_com/Documents/Documents/Contri/01-AEMGovAu/105-IRAP/Artefacts/2021%20Assessment/Cloud%20Security%20Controls%20Matrix%20(September%202021).xlsx?d=w25e6126812134127b9d41ab77f4eb673&amp;csf=1&amp;web=1&amp;e=tQKbat" TargetMode="External"/><Relationship Id="rId4" Type="http://schemas.openxmlformats.org/officeDocument/2006/relationships/hyperlink" Target="https://adobe-my.sharepoint.com/:x:/r/personal/mkesharw_adobe_com/Documents/Documents/Contri/01-AEMGovAu/105-IRAP/Artefacts/2021%20Assessment/AEMGovAu-Cloud-Controls%20Matrix-V1.1.xlsx?d=wa45b1b983c8840a0982685f24f489997&amp;csf=1&amp;web=1&amp;e=NYNlHV" TargetMode="External"/><Relationship Id="rId9" Type="http://schemas.openxmlformats.org/officeDocument/2006/relationships/hyperlink" Target="https://adobe-my.sharepoint.com/:x:/r/personal/mkesharw_adobe_com/Documents/Documents/Contri/01-AEMGovAu/105-IRAP/Artefacts/2021%20Assessment/SPLUNK%20IRAP%20GAP%20Assessment.xlsx?d=wbafd5b80659d47f3b6751fd02a3cfc2f&amp;csf=1&amp;web=1&amp;e=WWj0k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keekar.ddns.net/" TargetMode="External"/><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19F0-54F5-1E64-2237-B33646A525F4}"/>
              </a:ext>
            </a:extLst>
          </p:cNvPr>
          <p:cNvSpPr>
            <a:spLocks noGrp="1"/>
          </p:cNvSpPr>
          <p:nvPr>
            <p:ph type="ctrTitle"/>
          </p:nvPr>
        </p:nvSpPr>
        <p:spPr>
          <a:xfrm>
            <a:off x="609601" y="4830149"/>
            <a:ext cx="9973455" cy="938784"/>
          </a:xfrm>
        </p:spPr>
        <p:txBody>
          <a:bodyPr anchor="b">
            <a:normAutofit/>
          </a:bodyPr>
          <a:lstStyle/>
          <a:p>
            <a:r>
              <a:rPr lang="en-US" sz="3300"/>
              <a:t>OSCAL Compliance Tool – Executive Demo</a:t>
            </a:r>
          </a:p>
        </p:txBody>
      </p:sp>
      <p:sp>
        <p:nvSpPr>
          <p:cNvPr id="3" name="Subtitle 2">
            <a:extLst>
              <a:ext uri="{FF2B5EF4-FFF2-40B4-BE49-F238E27FC236}">
                <a16:creationId xmlns:a16="http://schemas.microsoft.com/office/drawing/2014/main" id="{0457094F-EBFA-385A-C0CF-F5D90FCCBAE0}"/>
              </a:ext>
            </a:extLst>
          </p:cNvPr>
          <p:cNvSpPr>
            <a:spLocks noGrp="1"/>
          </p:cNvSpPr>
          <p:nvPr>
            <p:ph type="subTitle" idx="1"/>
          </p:nvPr>
        </p:nvSpPr>
        <p:spPr>
          <a:xfrm>
            <a:off x="609601" y="5799255"/>
            <a:ext cx="9973455" cy="457200"/>
          </a:xfrm>
        </p:spPr>
        <p:txBody>
          <a:bodyPr>
            <a:normAutofit fontScale="92500"/>
          </a:bodyPr>
          <a:lstStyle/>
          <a:p>
            <a:r>
              <a:rPr lang="en-US"/>
              <a:t>A comprehensive Overview of Compliance documents management (SSP/SOA/CCM)</a:t>
            </a:r>
          </a:p>
        </p:txBody>
      </p:sp>
      <p:pic>
        <p:nvPicPr>
          <p:cNvPr id="4" name="Picture 3" descr="Digital financial graph">
            <a:extLst>
              <a:ext uri="{FF2B5EF4-FFF2-40B4-BE49-F238E27FC236}">
                <a16:creationId xmlns:a16="http://schemas.microsoft.com/office/drawing/2014/main" id="{998C3406-656D-4B21-BFDB-D54370CA178E}"/>
              </a:ext>
            </a:extLst>
          </p:cNvPr>
          <p:cNvPicPr>
            <a:picLocks noChangeAspect="1"/>
          </p:cNvPicPr>
          <p:nvPr/>
        </p:nvPicPr>
        <p:blipFill>
          <a:blip r:embed="rId3"/>
          <a:srcRect t="34516" b="8431"/>
          <a:stretch>
            <a:fillRect/>
          </a:stretch>
        </p:blipFill>
        <p:spPr>
          <a:xfrm>
            <a:off x="304800" y="304801"/>
            <a:ext cx="11582398" cy="3717042"/>
          </a:xfrm>
          <a:prstGeom prst="rect">
            <a:avLst/>
          </a:prstGeom>
          <a:noFill/>
        </p:spPr>
      </p:pic>
    </p:spTree>
    <p:extLst>
      <p:ext uri="{BB962C8B-B14F-4D97-AF65-F5344CB8AC3E}">
        <p14:creationId xmlns:p14="http://schemas.microsoft.com/office/powerpoint/2010/main" val="416997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6E86-37EA-ECC3-4AD8-E133388A266B}"/>
              </a:ext>
            </a:extLst>
          </p:cNvPr>
          <p:cNvSpPr>
            <a:spLocks noGrp="1"/>
          </p:cNvSpPr>
          <p:nvPr>
            <p:ph type="ctrTitle"/>
          </p:nvPr>
        </p:nvSpPr>
        <p:spPr>
          <a:xfrm>
            <a:off x="840258" y="836956"/>
            <a:ext cx="9700055" cy="4550590"/>
          </a:xfrm>
        </p:spPr>
        <p:txBody>
          <a:bodyPr anchor="b">
            <a:normAutofit/>
          </a:bodyPr>
          <a:lstStyle/>
          <a:p>
            <a:r>
              <a:rPr lang="en-US" sz="5600"/>
              <a:t>Introduction</a:t>
            </a:r>
          </a:p>
        </p:txBody>
      </p:sp>
    </p:spTree>
    <p:extLst>
      <p:ext uri="{BB962C8B-B14F-4D97-AF65-F5344CB8AC3E}">
        <p14:creationId xmlns:p14="http://schemas.microsoft.com/office/powerpoint/2010/main" val="1352343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36E39-AA3A-344A-3B1B-3F20C5A7EE49}"/>
              </a:ext>
            </a:extLst>
          </p:cNvPr>
          <p:cNvSpPr>
            <a:spLocks noGrp="1"/>
          </p:cNvSpPr>
          <p:nvPr>
            <p:ph type="title"/>
          </p:nvPr>
        </p:nvSpPr>
        <p:spPr>
          <a:xfrm>
            <a:off x="5325761" y="254550"/>
            <a:ext cx="6866239" cy="689506"/>
          </a:xfrm>
        </p:spPr>
        <p:txBody>
          <a:bodyPr anchor="b">
            <a:normAutofit/>
          </a:bodyPr>
          <a:lstStyle/>
          <a:p>
            <a:r>
              <a:rPr lang="en-US" sz="3800"/>
              <a:t>Purpose of the Session</a:t>
            </a:r>
          </a:p>
        </p:txBody>
      </p:sp>
      <p:pic>
        <p:nvPicPr>
          <p:cNvPr id="5" name="Content Placeholder 4" descr="Teamwork concept with two businessman, &quot;searching&quot; and &quot;idea&quot; symbols. Solving problem concept with two businessman. First with search symbol instead of head, second with &quot; idea&quot; symbol. Between is data cloud with progress / thinking / growth symbols.">
            <a:extLst>
              <a:ext uri="{FF2B5EF4-FFF2-40B4-BE49-F238E27FC236}">
                <a16:creationId xmlns:a16="http://schemas.microsoft.com/office/drawing/2014/main" id="{B643B872-4418-4744-8E25-A016FCB9312E}"/>
              </a:ext>
            </a:extLst>
          </p:cNvPr>
          <p:cNvPicPr>
            <a:picLocks noGrp="1" noChangeAspect="1"/>
          </p:cNvPicPr>
          <p:nvPr>
            <p:ph type="pic" sz="quarter" idx="18"/>
          </p:nvPr>
        </p:nvPicPr>
        <p:blipFill>
          <a:blip r:embed="rId3"/>
          <a:srcRect l="21225" r="20130" b="1"/>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7A138BE7-90C6-0303-4EC0-86D7AC552D3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25761" y="1285103"/>
            <a:ext cx="6564487" cy="4973594"/>
          </a:xfrm>
        </p:spPr>
        <p:txBody>
          <a:bodyPr vert="horz" lIns="91440" tIns="45720" rIns="91440" bIns="45720" rtlCol="0" anchor="t">
            <a:normAutofit/>
          </a:bodyPr>
          <a:lstStyle/>
          <a:p>
            <a:pPr>
              <a:spcBef>
                <a:spcPts val="2500"/>
              </a:spcBef>
            </a:pPr>
            <a:r>
              <a:rPr lang="en-US" b="1"/>
              <a:t>Purpose of OSCAL Tool</a:t>
            </a:r>
          </a:p>
          <a:p>
            <a:pPr marL="0" lvl="1"/>
            <a:r>
              <a:rPr lang="en-US"/>
              <a:t>The OSCAL Compliance Tool addresses evolving demand and simplifies compliance processes bring efficiency via automation.</a:t>
            </a:r>
          </a:p>
          <a:p>
            <a:pPr marL="0" lvl="1"/>
            <a:endParaRPr lang="en-US" b="1"/>
          </a:p>
          <a:p>
            <a:pPr marL="0" lvl="1"/>
            <a:r>
              <a:rPr lang="en-US" b="1"/>
              <a:t>Evolution of the Solution</a:t>
            </a:r>
          </a:p>
          <a:p>
            <a:pPr marL="0" lvl="1"/>
            <a:r>
              <a:rPr lang="en-AU"/>
              <a:t>Our solution evolved from a demand of SSP in OSCAL for Singapore IM8 Compliance. (Attempt from Excel to OSCAL Convertor to this state)</a:t>
            </a:r>
            <a:endParaRPr lang="en-US"/>
          </a:p>
          <a:p>
            <a:pPr marL="0" indent="0">
              <a:spcBef>
                <a:spcPts val="2500"/>
              </a:spcBef>
              <a:buFont typeface="Arial" panose="020B0604020202020204" pitchFamily="34" charset="0"/>
              <a:buNone/>
            </a:pPr>
            <a:r>
              <a:rPr lang="en-US" b="1"/>
              <a:t>Prototype Compliance Tool</a:t>
            </a:r>
          </a:p>
          <a:p>
            <a:pPr marL="0" lvl="1" indent="0">
              <a:buFont typeface="Arial" panose="020B0604020202020204" pitchFamily="34" charset="0"/>
              <a:buNone/>
            </a:pPr>
            <a:r>
              <a:t>The tool </a:t>
            </a:r>
            <a:r>
              <a:rPr lang="en-AU"/>
              <a:t>takes OSCAL</a:t>
            </a:r>
            <a:r>
              <a:t> inputs </a:t>
            </a:r>
            <a:r>
              <a:rPr lang="en-AU"/>
              <a:t>and generates </a:t>
            </a:r>
            <a:r>
              <a:t>OSCAL outputs, evolving into a full compliance tracking solution.</a:t>
            </a:r>
            <a:endParaRPr lang="en-US"/>
          </a:p>
          <a:p>
            <a:pPr marL="0" indent="0">
              <a:spcBef>
                <a:spcPts val="2500"/>
              </a:spcBef>
              <a:buFont typeface="Arial" panose="020B0604020202020204" pitchFamily="34" charset="0"/>
              <a:buNone/>
            </a:pPr>
            <a:r>
              <a:rPr lang="en-US" b="1"/>
              <a:t>Strategic Importance of OSCAL</a:t>
            </a:r>
          </a:p>
          <a:p>
            <a:pPr marL="0" lvl="1" indent="0">
              <a:buFont typeface="Arial" panose="020B0604020202020204" pitchFamily="34" charset="0"/>
              <a:buNone/>
            </a:pPr>
            <a:r>
              <a:t>OSCAL adoption enhances regulatory compliance and operational excellence in SSA implementations.</a:t>
            </a:r>
            <a:endParaRPr lang="en-US"/>
          </a:p>
          <a:p>
            <a:pPr marL="0" indent="0">
              <a:spcBef>
                <a:spcPts val="2500"/>
              </a:spcBef>
              <a:buFont typeface="Arial" panose="020B0604020202020204" pitchFamily="34" charset="0"/>
              <a:buNone/>
            </a:pPr>
            <a:r>
              <a:rPr lang="en-US" b="1"/>
              <a:t>Leadership Engagement</a:t>
            </a:r>
          </a:p>
          <a:p>
            <a:pPr marL="0" lvl="1" indent="0">
              <a:buFont typeface="Arial" panose="020B0604020202020204" pitchFamily="34" charset="0"/>
              <a:buNone/>
            </a:pPr>
            <a:r>
              <a:t>Seeking input on internal integration versus open-source contribution to align with </a:t>
            </a:r>
            <a:r>
              <a:rPr lang="en-AU"/>
              <a:t>Adobe Managed Services G</a:t>
            </a:r>
            <a:r>
              <a:rPr err="1"/>
              <a:t>oals</a:t>
            </a:r>
            <a:r>
              <a:t>.</a:t>
            </a:r>
            <a:endParaRPr lang="en-US"/>
          </a:p>
        </p:txBody>
      </p:sp>
    </p:spTree>
    <p:extLst>
      <p:ext uri="{BB962C8B-B14F-4D97-AF65-F5344CB8AC3E}">
        <p14:creationId xmlns:p14="http://schemas.microsoft.com/office/powerpoint/2010/main" val="7289843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5FC94-B622-F45A-7D57-48F7D08AEDB1}"/>
              </a:ext>
            </a:extLst>
          </p:cNvPr>
          <p:cNvSpPr>
            <a:spLocks noGrp="1"/>
          </p:cNvSpPr>
          <p:nvPr>
            <p:ph type="ctrTitle"/>
          </p:nvPr>
        </p:nvSpPr>
        <p:spPr>
          <a:xfrm>
            <a:off x="834081" y="935808"/>
            <a:ext cx="10523838" cy="4488808"/>
          </a:xfrm>
        </p:spPr>
        <p:txBody>
          <a:bodyPr anchor="b">
            <a:normAutofit/>
          </a:bodyPr>
          <a:lstStyle/>
          <a:p>
            <a:r>
              <a:rPr lang="en-US" sz="6200"/>
              <a:t>Story Time </a:t>
            </a:r>
            <a:br>
              <a:rPr lang="en-US" sz="6200"/>
            </a:br>
            <a:r>
              <a:rPr lang="en-US" sz="6200"/>
              <a:t>for</a:t>
            </a:r>
            <a:br>
              <a:rPr lang="en-US" sz="6200"/>
            </a:br>
            <a:r>
              <a:rPr lang="en-US" sz="6200"/>
              <a:t>Problem Statement</a:t>
            </a:r>
          </a:p>
        </p:txBody>
      </p:sp>
    </p:spTree>
    <p:extLst>
      <p:ext uri="{BB962C8B-B14F-4D97-AF65-F5344CB8AC3E}">
        <p14:creationId xmlns:p14="http://schemas.microsoft.com/office/powerpoint/2010/main" val="747674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C96E4-6D78-90E0-BA39-72C8C6401DF9}"/>
              </a:ext>
            </a:extLst>
          </p:cNvPr>
          <p:cNvSpPr>
            <a:spLocks noGrp="1"/>
          </p:cNvSpPr>
          <p:nvPr>
            <p:ph type="title"/>
          </p:nvPr>
        </p:nvSpPr>
        <p:spPr>
          <a:xfrm>
            <a:off x="750334" y="731520"/>
            <a:ext cx="3634083" cy="2011680"/>
          </a:xfrm>
        </p:spPr>
        <p:txBody>
          <a:bodyPr anchor="t">
            <a:normAutofit/>
          </a:bodyPr>
          <a:lstStyle/>
          <a:p>
            <a:r>
              <a:rPr lang="en-US" sz="3700"/>
              <a:t>What Problem</a:t>
            </a:r>
            <a:br>
              <a:rPr lang="en-US" sz="3700"/>
            </a:br>
            <a:r>
              <a:rPr lang="en-US" sz="3700"/>
              <a:t>We are solving</a:t>
            </a:r>
          </a:p>
        </p:txBody>
      </p:sp>
      <p:pic>
        <p:nvPicPr>
          <p:cNvPr id="5" name="Content Placeholder 4" descr="Rules for compliance with policies business">
            <a:extLst>
              <a:ext uri="{FF2B5EF4-FFF2-40B4-BE49-F238E27FC236}">
                <a16:creationId xmlns:a16="http://schemas.microsoft.com/office/drawing/2014/main" id="{F3F6CAF3-0383-4E86-9205-F349FEFC003B}"/>
              </a:ext>
            </a:extLst>
          </p:cNvPr>
          <p:cNvPicPr>
            <a:picLocks noGrp="1" noChangeAspect="1"/>
          </p:cNvPicPr>
          <p:nvPr>
            <p:ph type="pic" sz="quarter" idx="19"/>
          </p:nvPr>
        </p:nvPicPr>
        <p:blipFill>
          <a:blip r:embed="rId3"/>
          <a:stretch/>
        </p:blipFill>
        <p:spPr>
          <a:xfrm>
            <a:off x="768591" y="3779677"/>
            <a:ext cx="3086718" cy="1731437"/>
          </a:xfrm>
          <a:prstGeom prst="rect">
            <a:avLst/>
          </a:prstGeom>
          <a:noFill/>
        </p:spPr>
      </p:pic>
      <p:sp>
        <p:nvSpPr>
          <p:cNvPr id="4" name="Content Placeholder 3">
            <a:extLst>
              <a:ext uri="{FF2B5EF4-FFF2-40B4-BE49-F238E27FC236}">
                <a16:creationId xmlns:a16="http://schemas.microsoft.com/office/drawing/2014/main" id="{197970EA-EBDC-976C-C7C1-986F1E12053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89120" y="201882"/>
            <a:ext cx="7300372" cy="6285416"/>
          </a:xfrm>
        </p:spPr>
        <p:txBody>
          <a:bodyPr vert="horz" lIns="91440" tIns="45720" rIns="91440" bIns="45720" rtlCol="0" anchor="t">
            <a:normAutofit/>
          </a:bodyPr>
          <a:lstStyle/>
          <a:p>
            <a:pPr>
              <a:spcBef>
                <a:spcPts val="2500"/>
              </a:spcBef>
            </a:pPr>
            <a:r>
              <a:rPr lang="en-US"/>
              <a:t>Process what is showed in next 5mins must be repeated by all the consumers security risk management team to identify the risk and manage risk coming from solution.</a:t>
            </a:r>
          </a:p>
          <a:p>
            <a:pPr marL="342900" indent="-342900">
              <a:spcBef>
                <a:spcPts val="2500"/>
              </a:spcBef>
              <a:buFont typeface="+mj-lt"/>
              <a:buAutoNum type="arabicPeriod"/>
            </a:pPr>
            <a:r>
              <a:rPr lang="en-US" b="1"/>
              <a:t>At the inception or changes to the solution ( Major change from Third Party Tools/services or inhouse Components). </a:t>
            </a:r>
          </a:p>
          <a:p>
            <a:pPr marL="228600" lvl="2">
              <a:spcBef>
                <a:spcPts val="2500"/>
              </a:spcBef>
            </a:pPr>
            <a:r>
              <a:rPr lang="en-US">
                <a:hlinkClick r:id="rId4">
                  <a:extLst>
                    <a:ext uri="{A12FA001-AC4F-418D-AE19-62706E023703}">
                      <ahyp:hlinkClr xmlns:ahyp="http://schemas.microsoft.com/office/drawing/2018/hyperlinkcolor" val="tx"/>
                    </a:ext>
                  </a:extLst>
                </a:hlinkClick>
              </a:rPr>
              <a:t>AEMGovAu-CCM/SSP/SOA</a:t>
            </a:r>
            <a:r>
              <a:rPr lang="en-US"/>
              <a:t> ,</a:t>
            </a:r>
            <a:r>
              <a:rPr lang="en-US">
                <a:hlinkClick r:id="rId5"/>
              </a:rPr>
              <a:t> AWS – CCM/SSP/SOA</a:t>
            </a:r>
            <a:r>
              <a:rPr lang="en-US"/>
              <a:t>, </a:t>
            </a:r>
            <a:r>
              <a:rPr lang="en-US">
                <a:hlinkClick r:id="rId6"/>
              </a:rPr>
              <a:t>SPLUK IRAP Report</a:t>
            </a:r>
            <a:r>
              <a:rPr lang="en-US"/>
              <a:t>, </a:t>
            </a:r>
            <a:r>
              <a:rPr lang="en-US">
                <a:hlinkClick r:id="rId7"/>
              </a:rPr>
              <a:t>Okta IRAP Report</a:t>
            </a:r>
            <a:r>
              <a:rPr lang="en-US"/>
              <a:t>, </a:t>
            </a:r>
            <a:r>
              <a:rPr lang="en-US">
                <a:hlinkClick r:id="rId8"/>
              </a:rPr>
              <a:t>Trend Micro IRAP Report</a:t>
            </a:r>
            <a:endParaRPr lang="en-US"/>
          </a:p>
          <a:p>
            <a:pPr marL="228600" lvl="2">
              <a:spcBef>
                <a:spcPts val="2500"/>
              </a:spcBef>
            </a:pPr>
            <a:r>
              <a:rPr lang="en-US"/>
              <a:t>Objective is get </a:t>
            </a:r>
            <a:r>
              <a:rPr lang="en-US">
                <a:hlinkClick r:id="rId9"/>
              </a:rPr>
              <a:t>Gap Assessment </a:t>
            </a:r>
            <a:r>
              <a:rPr lang="en-US"/>
              <a:t>for Identifying the potential overhead or risks</a:t>
            </a:r>
            <a:endParaRPr lang="en-US" b="1"/>
          </a:p>
          <a:p>
            <a:pPr marL="342900" indent="-342900">
              <a:spcBef>
                <a:spcPts val="2500"/>
              </a:spcBef>
              <a:buFont typeface="+mj-lt"/>
              <a:buAutoNum type="arabicPeriod"/>
            </a:pPr>
            <a:r>
              <a:rPr lang="en-US" b="1"/>
              <a:t>Periodic Change by Standard Publishers (NIST, ACSC, CIS, CCCS etc.)</a:t>
            </a:r>
          </a:p>
          <a:p>
            <a:pPr marL="571500" lvl="1" indent="-342900">
              <a:spcBef>
                <a:spcPts val="2500"/>
              </a:spcBef>
              <a:buFont typeface="Arial" panose="020B0604020202020204" pitchFamily="34" charset="0"/>
              <a:buChar char="•"/>
            </a:pPr>
            <a:r>
              <a:rPr lang="en-US">
                <a:hlinkClick r:id="rId10"/>
              </a:rPr>
              <a:t>ACSC ISM Sep 2024 Release</a:t>
            </a:r>
            <a:r>
              <a:rPr lang="en-US"/>
              <a:t>, </a:t>
            </a:r>
            <a:r>
              <a:rPr lang="en-US">
                <a:hlinkClick r:id="rId10"/>
              </a:rPr>
              <a:t>ACSC ISM Dec 2024 Release</a:t>
            </a:r>
            <a:r>
              <a:rPr lang="en-US"/>
              <a:t>, </a:t>
            </a:r>
            <a:r>
              <a:rPr lang="en-US">
                <a:hlinkClick r:id="rId10"/>
              </a:rPr>
              <a:t>ACSC ISM Mar 2025 Release</a:t>
            </a:r>
            <a:r>
              <a:rPr lang="en-US"/>
              <a:t>, etc. </a:t>
            </a:r>
          </a:p>
          <a:p>
            <a:pPr marL="571500" lvl="1" indent="-342900">
              <a:spcBef>
                <a:spcPts val="2500"/>
              </a:spcBef>
              <a:buFont typeface="Arial" panose="020B0604020202020204" pitchFamily="34" charset="0"/>
              <a:buChar char="•"/>
            </a:pPr>
            <a:r>
              <a:rPr lang="en-US"/>
              <a:t>Leads to </a:t>
            </a:r>
          </a:p>
          <a:p>
            <a:pPr marL="571500" lvl="1" indent="-342900">
              <a:spcBef>
                <a:spcPts val="2500"/>
              </a:spcBef>
              <a:buFont typeface="Arial" panose="020B0604020202020204" pitchFamily="34" charset="0"/>
              <a:buChar char="•"/>
            </a:pPr>
            <a:endParaRPr lang="en-US"/>
          </a:p>
          <a:p>
            <a:pPr marL="571500" lvl="1" indent="-342900">
              <a:spcBef>
                <a:spcPts val="2500"/>
              </a:spcBef>
              <a:buFont typeface="Arial" panose="020B0604020202020204" pitchFamily="34" charset="0"/>
              <a:buChar char="•"/>
            </a:pPr>
            <a:endParaRPr lang="en-US"/>
          </a:p>
          <a:p>
            <a:pPr marL="571500" lvl="1" indent="-342900">
              <a:spcBef>
                <a:spcPts val="2500"/>
              </a:spcBef>
              <a:buFont typeface="Arial" panose="020B0604020202020204" pitchFamily="34" charset="0"/>
              <a:buChar char="•"/>
            </a:pPr>
            <a:endParaRPr lang="en-US"/>
          </a:p>
          <a:p>
            <a:pPr marL="342900" indent="-342900">
              <a:spcBef>
                <a:spcPts val="2500"/>
              </a:spcBef>
              <a:buFont typeface="+mj-lt"/>
              <a:buAutoNum type="arabicPeriod"/>
            </a:pPr>
            <a:endParaRPr lang="en-US" b="1"/>
          </a:p>
          <a:p>
            <a:pPr marL="285750" indent="-285750">
              <a:spcBef>
                <a:spcPts val="2500"/>
              </a:spcBef>
              <a:buFont typeface="Arial" panose="020B0604020202020204" pitchFamily="34" charset="0"/>
              <a:buChar char="•"/>
            </a:pPr>
            <a:endParaRPr lang="en-US" b="1"/>
          </a:p>
          <a:p>
            <a:pPr>
              <a:spcBef>
                <a:spcPts val="2500"/>
              </a:spcBef>
            </a:pPr>
            <a:endParaRPr lang="en-US"/>
          </a:p>
          <a:p>
            <a:pPr marL="0" lvl="1" indent="0">
              <a:buFont typeface="Arial" panose="020B0604020202020204" pitchFamily="34" charset="0"/>
              <a:buNone/>
            </a:pPr>
            <a:endParaRPr lang="en-US"/>
          </a:p>
        </p:txBody>
      </p:sp>
      <p:pic>
        <p:nvPicPr>
          <p:cNvPr id="6" name="Picture 5" descr="A screenshot of a computer&#10;&#10;AI-generated content may be incorrect.">
            <a:extLst>
              <a:ext uri="{FF2B5EF4-FFF2-40B4-BE49-F238E27FC236}">
                <a16:creationId xmlns:a16="http://schemas.microsoft.com/office/drawing/2014/main" id="{ED5E3EEA-9973-3A81-BD76-4323A09F55C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13352" y="4146024"/>
            <a:ext cx="4878648" cy="2711976"/>
          </a:xfrm>
          <a:prstGeom prst="rect">
            <a:avLst/>
          </a:prstGeom>
        </p:spPr>
      </p:pic>
    </p:spTree>
    <p:extLst>
      <p:ext uri="{BB962C8B-B14F-4D97-AF65-F5344CB8AC3E}">
        <p14:creationId xmlns:p14="http://schemas.microsoft.com/office/powerpoint/2010/main" val="2742718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336B2-5A39-EAF1-092A-9624B15C5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93181-F5FF-213F-EE04-80BB98DB0C04}"/>
              </a:ext>
            </a:extLst>
          </p:cNvPr>
          <p:cNvSpPr>
            <a:spLocks noGrp="1"/>
          </p:cNvSpPr>
          <p:nvPr>
            <p:ph type="ctrTitle"/>
          </p:nvPr>
        </p:nvSpPr>
        <p:spPr>
          <a:xfrm>
            <a:off x="834081" y="935808"/>
            <a:ext cx="10523838" cy="4488808"/>
          </a:xfrm>
        </p:spPr>
        <p:txBody>
          <a:bodyPr anchor="b">
            <a:normAutofit/>
          </a:bodyPr>
          <a:lstStyle/>
          <a:p>
            <a:r>
              <a:rPr lang="en-US" sz="6200"/>
              <a:t>Background on OSCAL</a:t>
            </a:r>
          </a:p>
        </p:txBody>
      </p:sp>
    </p:spTree>
    <p:extLst>
      <p:ext uri="{BB962C8B-B14F-4D97-AF65-F5344CB8AC3E}">
        <p14:creationId xmlns:p14="http://schemas.microsoft.com/office/powerpoint/2010/main" val="3065602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C5D5E-56DB-365D-A26C-3342D3C2E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2814B-8E21-3A7F-0F20-B503667FDD67}"/>
              </a:ext>
            </a:extLst>
          </p:cNvPr>
          <p:cNvSpPr>
            <a:spLocks noGrp="1"/>
          </p:cNvSpPr>
          <p:nvPr>
            <p:ph type="title"/>
          </p:nvPr>
        </p:nvSpPr>
        <p:spPr>
          <a:xfrm>
            <a:off x="750334" y="731520"/>
            <a:ext cx="3634083" cy="2011680"/>
          </a:xfrm>
        </p:spPr>
        <p:txBody>
          <a:bodyPr anchor="t">
            <a:normAutofit/>
          </a:bodyPr>
          <a:lstStyle/>
          <a:p>
            <a:r>
              <a:rPr lang="en-US" sz="3700"/>
              <a:t>What is OSCAL and Why It Matters</a:t>
            </a:r>
          </a:p>
        </p:txBody>
      </p:sp>
      <p:pic>
        <p:nvPicPr>
          <p:cNvPr id="5" name="Content Placeholder 4" descr="Rules for compliance with policies business">
            <a:extLst>
              <a:ext uri="{FF2B5EF4-FFF2-40B4-BE49-F238E27FC236}">
                <a16:creationId xmlns:a16="http://schemas.microsoft.com/office/drawing/2014/main" id="{D99D6E15-F06D-9AA7-7554-C9D0B8DE8842}"/>
              </a:ext>
            </a:extLst>
          </p:cNvPr>
          <p:cNvPicPr>
            <a:picLocks noGrp="1" noChangeAspect="1"/>
          </p:cNvPicPr>
          <p:nvPr>
            <p:ph type="pic" sz="quarter" idx="19"/>
          </p:nvPr>
        </p:nvPicPr>
        <p:blipFill>
          <a:blip r:embed="rId3"/>
          <a:stretch/>
        </p:blipFill>
        <p:spPr>
          <a:xfrm>
            <a:off x="768591" y="3779677"/>
            <a:ext cx="3086718" cy="1731437"/>
          </a:xfrm>
          <a:prstGeom prst="rect">
            <a:avLst/>
          </a:prstGeom>
          <a:noFill/>
        </p:spPr>
      </p:pic>
      <p:sp>
        <p:nvSpPr>
          <p:cNvPr id="4" name="Content Placeholder 3">
            <a:extLst>
              <a:ext uri="{FF2B5EF4-FFF2-40B4-BE49-F238E27FC236}">
                <a16:creationId xmlns:a16="http://schemas.microsoft.com/office/drawing/2014/main" id="{912E3436-2584-646B-9B0E-3FC04FA3050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89120" y="731520"/>
            <a:ext cx="7300372" cy="5755777"/>
          </a:xfrm>
        </p:spPr>
        <p:txBody>
          <a:bodyPr vert="horz" lIns="91440" tIns="45720" rIns="91440" bIns="45720" rtlCol="0" anchor="t">
            <a:normAutofit/>
          </a:bodyPr>
          <a:lstStyle/>
          <a:p>
            <a:pPr>
              <a:spcBef>
                <a:spcPts val="2500"/>
              </a:spcBef>
            </a:pPr>
            <a:r>
              <a:rPr lang="en-US"/>
              <a:t>OSCAL (Open Security Controls Assessment Language) is a NIST initiative to standardize the representation of security controls and compliance data.</a:t>
            </a:r>
          </a:p>
          <a:p>
            <a:pPr marL="0" indent="0">
              <a:spcBef>
                <a:spcPts val="2500"/>
              </a:spcBef>
              <a:buFont typeface="Arial" panose="020B0604020202020204" pitchFamily="34" charset="0"/>
              <a:buNone/>
            </a:pPr>
            <a:r>
              <a:rPr lang="en-US" b="1"/>
              <a:t>Modernizing Compliance Processes</a:t>
            </a:r>
          </a:p>
          <a:p>
            <a:pPr marL="0" lvl="1" indent="0">
              <a:buFont typeface="Arial" panose="020B0604020202020204" pitchFamily="34" charset="0"/>
              <a:buNone/>
            </a:pPr>
            <a:r>
              <a:t>OSCAL modernizes security and compliance by using machine-readable formats like XML, JSON, and YAML.</a:t>
            </a:r>
            <a:endParaRPr lang="en-US"/>
          </a:p>
          <a:p>
            <a:pPr marL="0" indent="0">
              <a:spcBef>
                <a:spcPts val="2500"/>
              </a:spcBef>
              <a:buFont typeface="Arial" panose="020B0604020202020204" pitchFamily="34" charset="0"/>
              <a:buNone/>
            </a:pPr>
            <a:r>
              <a:rPr lang="en-US" b="1"/>
              <a:t>Reducing Audit Duration</a:t>
            </a:r>
          </a:p>
          <a:p>
            <a:pPr marL="0" lvl="1" indent="0">
              <a:buFont typeface="Arial" panose="020B0604020202020204" pitchFamily="34" charset="0"/>
              <a:buNone/>
            </a:pPr>
            <a:r>
              <a:t>OSCAL reduces audit times from months to </a:t>
            </a:r>
            <a:r>
              <a:rPr lang="en-AU"/>
              <a:t>days</a:t>
            </a:r>
            <a:r>
              <a:t> by automating documentation and assessment workflows.</a:t>
            </a:r>
            <a:endParaRPr lang="en-US"/>
          </a:p>
          <a:p>
            <a:pPr marL="0" indent="0">
              <a:spcBef>
                <a:spcPts val="2500"/>
              </a:spcBef>
              <a:buFont typeface="Arial" panose="020B0604020202020204" pitchFamily="34" charset="0"/>
              <a:buNone/>
            </a:pPr>
            <a:r>
              <a:rPr lang="en-US" b="1"/>
              <a:t>Enabling Interoperability </a:t>
            </a:r>
          </a:p>
          <a:p>
            <a:pPr marL="0" lvl="1" indent="0">
              <a:buFont typeface="Arial" panose="020B0604020202020204" pitchFamily="34" charset="0"/>
              <a:buNone/>
            </a:pPr>
            <a:r>
              <a:t>OSCAL supports interoperability across tools and frameworks, improving compliance efficiency and scalability.</a:t>
            </a:r>
            <a:endParaRPr lang="en-US"/>
          </a:p>
          <a:p>
            <a:pPr marL="0" indent="0">
              <a:spcBef>
                <a:spcPts val="2500"/>
              </a:spcBef>
              <a:buFont typeface="Arial" panose="020B0604020202020204" pitchFamily="34" charset="0"/>
              <a:buNone/>
            </a:pPr>
            <a:r>
              <a:rPr lang="en-US" b="1"/>
              <a:t>Driving Global Standards</a:t>
            </a:r>
          </a:p>
          <a:p>
            <a:pPr marL="0" lvl="1"/>
            <a:r>
              <a:t>OSCAL is adopted by regulatory bodies like FedRAMP,</a:t>
            </a:r>
            <a:r>
              <a:rPr lang="en-US"/>
              <a:t> ACSC, Singapore Gov.</a:t>
            </a:r>
            <a:r>
              <a:t> aiming to become a global compliance automation standard.</a:t>
            </a:r>
            <a:endParaRPr lang="en-AU"/>
          </a:p>
          <a:p>
            <a:pPr>
              <a:spcBef>
                <a:spcPts val="2500"/>
              </a:spcBef>
            </a:pPr>
            <a:r>
              <a:rPr lang="en-US" b="1"/>
              <a:t>Continuous Compliance Automation</a:t>
            </a:r>
          </a:p>
          <a:p>
            <a:pPr marL="0" lvl="1"/>
            <a:r>
              <a:rPr lang="en-US"/>
              <a:t>Enables AMS to automate assessments and maintain compliance with evolving standards.</a:t>
            </a:r>
          </a:p>
          <a:p>
            <a:pPr marL="0" lvl="1" indent="0">
              <a:buFont typeface="Arial" panose="020B0604020202020204" pitchFamily="34" charset="0"/>
              <a:buNone/>
            </a:pPr>
            <a:endParaRPr lang="en-US"/>
          </a:p>
        </p:txBody>
      </p:sp>
    </p:spTree>
    <p:extLst>
      <p:ext uri="{BB962C8B-B14F-4D97-AF65-F5344CB8AC3E}">
        <p14:creationId xmlns:p14="http://schemas.microsoft.com/office/powerpoint/2010/main" val="25446058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AD309-6F4E-FEF4-32DE-2C8FB15E35EF}"/>
              </a:ext>
            </a:extLst>
          </p:cNvPr>
          <p:cNvSpPr>
            <a:spLocks noGrp="1"/>
          </p:cNvSpPr>
          <p:nvPr>
            <p:ph type="ctrTitle"/>
          </p:nvPr>
        </p:nvSpPr>
        <p:spPr>
          <a:xfrm>
            <a:off x="918518" y="849312"/>
            <a:ext cx="11273482" cy="4538234"/>
          </a:xfrm>
        </p:spPr>
        <p:txBody>
          <a:bodyPr anchor="b">
            <a:normAutofit/>
          </a:bodyPr>
          <a:lstStyle/>
          <a:p>
            <a:r>
              <a:rPr lang="en-US" sz="6800"/>
              <a:t>Existing Tools in Adobe</a:t>
            </a:r>
          </a:p>
        </p:txBody>
      </p:sp>
    </p:spTree>
    <p:extLst>
      <p:ext uri="{BB962C8B-B14F-4D97-AF65-F5344CB8AC3E}">
        <p14:creationId xmlns:p14="http://schemas.microsoft.com/office/powerpoint/2010/main" val="4760143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94AC3-1708-1834-DB2A-966777B913D5}"/>
              </a:ext>
            </a:extLst>
          </p:cNvPr>
          <p:cNvSpPr>
            <a:spLocks noGrp="1"/>
          </p:cNvSpPr>
          <p:nvPr>
            <p:ph type="title"/>
          </p:nvPr>
        </p:nvSpPr>
        <p:spPr>
          <a:xfrm>
            <a:off x="1524000" y="731520"/>
            <a:ext cx="10069483" cy="951766"/>
          </a:xfrm>
        </p:spPr>
        <p:txBody>
          <a:bodyPr anchor="b">
            <a:normAutofit/>
          </a:bodyPr>
          <a:lstStyle/>
          <a:p>
            <a:r>
              <a:rPr lang="en-US" sz="3400"/>
              <a:t>Current Compliance Management Approach</a:t>
            </a:r>
          </a:p>
        </p:txBody>
      </p:sp>
      <p:graphicFrame>
        <p:nvGraphicFramePr>
          <p:cNvPr id="4" name="Content Placeholder 3">
            <a:extLst>
              <a:ext uri="{FF2B5EF4-FFF2-40B4-BE49-F238E27FC236}">
                <a16:creationId xmlns:a16="http://schemas.microsoft.com/office/drawing/2014/main" id="{C949BDD0-2D54-4182-A65F-F4805EB5294D}"/>
              </a:ext>
            </a:extLst>
          </p:cNvPr>
          <p:cNvGraphicFramePr>
            <a:graphicFrameLocks noGrp="1"/>
          </p:cNvGraphicFramePr>
          <p:nvPr>
            <p:ph sz="quarter" idx="14"/>
            <p:extLst>
              <p:ext uri="{D42A27DB-BD31-4B8C-83A1-F6EECF244321}">
                <p14:modId xmlns:p14="http://schemas.microsoft.com/office/powerpoint/2010/main" val="45448601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523999" y="1865430"/>
          <a:ext cx="10057019" cy="43067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Content Placeholder 4" descr="Man and women, working together in office, business meeting, signing contract.">
            <a:extLst>
              <a:ext uri="{FF2B5EF4-FFF2-40B4-BE49-F238E27FC236}">
                <a16:creationId xmlns:a16="http://schemas.microsoft.com/office/drawing/2014/main" id="{C8E17E6C-531D-34CD-64DB-857B1CD7DE57}"/>
              </a:ext>
            </a:extLst>
          </p:cNvPr>
          <p:cNvPicPr>
            <a:picLocks noChangeAspect="1"/>
          </p:cNvPicPr>
          <p:nvPr/>
        </p:nvPicPr>
        <p:blipFill>
          <a:blip r:embed="rId8"/>
          <a:srcRect l="28453" r="1" b="1"/>
          <a:stretch>
            <a:fillRect/>
          </a:stretch>
        </p:blipFill>
        <p:spPr>
          <a:xfrm>
            <a:off x="1523999" y="4806778"/>
            <a:ext cx="1379839" cy="1365422"/>
          </a:xfrm>
          <a:prstGeom prst="rect">
            <a:avLst/>
          </a:prstGeom>
          <a:noFill/>
        </p:spPr>
      </p:pic>
    </p:spTree>
    <p:extLst>
      <p:ext uri="{BB962C8B-B14F-4D97-AF65-F5344CB8AC3E}">
        <p14:creationId xmlns:p14="http://schemas.microsoft.com/office/powerpoint/2010/main" val="108497817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6F812-1C4D-EF58-F76D-611E324DF8AE}"/>
              </a:ext>
            </a:extLst>
          </p:cNvPr>
          <p:cNvSpPr>
            <a:spLocks noGrp="1"/>
          </p:cNvSpPr>
          <p:nvPr>
            <p:ph type="ctrTitle"/>
          </p:nvPr>
        </p:nvSpPr>
        <p:spPr>
          <a:xfrm>
            <a:off x="852616" y="836954"/>
            <a:ext cx="10799806" cy="4573245"/>
          </a:xfrm>
        </p:spPr>
        <p:txBody>
          <a:bodyPr anchor="b">
            <a:normAutofit/>
          </a:bodyPr>
          <a:lstStyle/>
          <a:p>
            <a:r>
              <a:rPr lang="en-US" sz="6800"/>
              <a:t>Challenges Faced</a:t>
            </a:r>
          </a:p>
        </p:txBody>
      </p:sp>
    </p:spTree>
    <p:extLst>
      <p:ext uri="{BB962C8B-B14F-4D97-AF65-F5344CB8AC3E}">
        <p14:creationId xmlns:p14="http://schemas.microsoft.com/office/powerpoint/2010/main" val="4274179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5A30A-8BA5-56E7-592F-9C62A3709905}"/>
              </a:ext>
            </a:extLst>
          </p:cNvPr>
          <p:cNvSpPr>
            <a:spLocks noGrp="1"/>
          </p:cNvSpPr>
          <p:nvPr>
            <p:ph type="title"/>
          </p:nvPr>
        </p:nvSpPr>
        <p:spPr>
          <a:xfrm>
            <a:off x="731520" y="731520"/>
            <a:ext cx="6858000" cy="914400"/>
          </a:xfrm>
        </p:spPr>
        <p:txBody>
          <a:bodyPr anchor="b">
            <a:normAutofit/>
          </a:bodyPr>
          <a:lstStyle/>
          <a:p>
            <a:r>
              <a:rPr lang="en-US" sz="3100"/>
              <a:t>Key Pain Points in Current Process</a:t>
            </a:r>
          </a:p>
        </p:txBody>
      </p:sp>
      <p:sp>
        <p:nvSpPr>
          <p:cNvPr id="4" name="Content Placeholder 3">
            <a:extLst>
              <a:ext uri="{FF2B5EF4-FFF2-40B4-BE49-F238E27FC236}">
                <a16:creationId xmlns:a16="http://schemas.microsoft.com/office/drawing/2014/main" id="{C7675901-15DD-5F59-DB51-2753AD77E34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84248"/>
            <a:ext cx="8526781" cy="4306770"/>
          </a:xfrm>
        </p:spPr>
        <p:txBody>
          <a:bodyPr>
            <a:normAutofit fontScale="92500" lnSpcReduction="10000"/>
          </a:bodyPr>
          <a:lstStyle/>
          <a:p>
            <a:pPr marL="0" indent="0">
              <a:spcBef>
                <a:spcPts val="2500"/>
              </a:spcBef>
              <a:buFont typeface="Arial" panose="020B0604020202020204" pitchFamily="34" charset="0"/>
              <a:buNone/>
            </a:pPr>
            <a:r>
              <a:rPr lang="en-US" b="1"/>
              <a:t>Limited Compliance Support</a:t>
            </a:r>
          </a:p>
          <a:p>
            <a:pPr marL="0" lvl="1"/>
            <a:r>
              <a:t>Current </a:t>
            </a:r>
            <a:r>
              <a:rPr lang="en-AU"/>
              <a:t>tools</a:t>
            </a:r>
            <a:r>
              <a:t> lack support for compliance standards beyond FedRAMP, limiting scalability and adaptability.</a:t>
            </a:r>
            <a:r>
              <a:rPr lang="en-AU"/>
              <a:t> Growing requirements for OSCAL-compliant SSP and </a:t>
            </a:r>
            <a:r>
              <a:rPr lang="en-AU" err="1"/>
              <a:t>SoA</a:t>
            </a:r>
            <a:r>
              <a:rPr lang="en-AU"/>
              <a:t> documents reveal gaps. </a:t>
            </a:r>
            <a:endParaRPr lang="en-US"/>
          </a:p>
          <a:p>
            <a:pPr marL="0" indent="0">
              <a:spcBef>
                <a:spcPts val="2500"/>
              </a:spcBef>
              <a:buFont typeface="Arial" panose="020B0604020202020204" pitchFamily="34" charset="0"/>
              <a:buNone/>
            </a:pPr>
            <a:r>
              <a:rPr lang="en-US" b="1"/>
              <a:t>Manual Document Generation</a:t>
            </a:r>
          </a:p>
          <a:p>
            <a:pPr marL="0" lvl="1" indent="0">
              <a:buFont typeface="Arial" panose="020B0604020202020204" pitchFamily="34" charset="0"/>
              <a:buNone/>
            </a:pPr>
            <a:r>
              <a:t>Excessive manual effort is required to generate SSP and </a:t>
            </a:r>
            <a:r>
              <a:rPr err="1"/>
              <a:t>SoA</a:t>
            </a:r>
            <a:r>
              <a:t> documents, leading to inefficiency and errors.</a:t>
            </a:r>
            <a:endParaRPr lang="en-US"/>
          </a:p>
          <a:p>
            <a:pPr marL="0" indent="0">
              <a:spcBef>
                <a:spcPts val="2500"/>
              </a:spcBef>
              <a:buFont typeface="Arial" panose="020B0604020202020204" pitchFamily="34" charset="0"/>
              <a:buNone/>
            </a:pPr>
            <a:r>
              <a:rPr lang="en-US" b="1"/>
              <a:t>Lack of Automation</a:t>
            </a:r>
          </a:p>
          <a:p>
            <a:pPr marL="0" lvl="1" indent="0">
              <a:buFont typeface="Arial" panose="020B0604020202020204" pitchFamily="34" charset="0"/>
              <a:buNone/>
            </a:pPr>
            <a:r>
              <a:t>Absence of automation for ongoing compliance tracking causes increased risk and difficulty in scaling.</a:t>
            </a:r>
            <a:endParaRPr lang="en-US"/>
          </a:p>
          <a:p>
            <a:pPr marL="0" indent="0">
              <a:spcBef>
                <a:spcPts val="2500"/>
              </a:spcBef>
              <a:buFont typeface="Arial" panose="020B0604020202020204" pitchFamily="34" charset="0"/>
              <a:buNone/>
            </a:pPr>
            <a:r>
              <a:rPr lang="en-US" b="1"/>
              <a:t>Tool Integration Issues</a:t>
            </a:r>
          </a:p>
          <a:p>
            <a:pPr marL="0" lvl="1" indent="0">
              <a:buFont typeface="Arial" panose="020B0604020202020204" pitchFamily="34" charset="0"/>
              <a:buNone/>
            </a:pPr>
            <a:r>
              <a:t>Missing integrated tools for managing control documentation creates gaps in traceability and consistency.</a:t>
            </a:r>
            <a:endParaRPr lang="en-AU"/>
          </a:p>
          <a:p>
            <a:pPr marL="0" lvl="1" indent="0">
              <a:buFont typeface="Arial" panose="020B0604020202020204" pitchFamily="34" charset="0"/>
              <a:buNone/>
            </a:pPr>
            <a:endParaRPr lang="en-AU"/>
          </a:p>
          <a:p>
            <a:pPr fontAlgn="base"/>
            <a:r>
              <a:rPr lang="en-US" b="1"/>
              <a:t>Transparency and Accuracy Issues</a:t>
            </a:r>
            <a:r>
              <a:rPr lang="en-US"/>
              <a:t>​</a:t>
            </a:r>
          </a:p>
          <a:p>
            <a:pPr fontAlgn="base"/>
            <a:r>
              <a:rPr lang="en-US"/>
              <a:t>Manual processes hinder tracking changes, version control, and increase risk of inaccuracies and audit findings.</a:t>
            </a:r>
          </a:p>
          <a:p>
            <a:pPr marL="0" lvl="1" indent="0">
              <a:buFont typeface="Arial" panose="020B0604020202020204" pitchFamily="34" charset="0"/>
              <a:buNone/>
            </a:pPr>
            <a:endParaRPr lang="en-US"/>
          </a:p>
        </p:txBody>
      </p:sp>
      <p:pic>
        <p:nvPicPr>
          <p:cNvPr id="5" name="Content Placeholder 4" descr="This is too much for me">
            <a:extLst>
              <a:ext uri="{FF2B5EF4-FFF2-40B4-BE49-F238E27FC236}">
                <a16:creationId xmlns:a16="http://schemas.microsoft.com/office/drawing/2014/main" id="{E6C90398-4E13-4C49-AF28-FB57E3201CA8}"/>
              </a:ext>
            </a:extLst>
          </p:cNvPr>
          <p:cNvPicPr>
            <a:picLocks noGrp="1" noChangeAspect="1"/>
          </p:cNvPicPr>
          <p:nvPr>
            <p:ph type="pic" sz="quarter" idx="18"/>
          </p:nvPr>
        </p:nvPicPr>
        <p:blipFill>
          <a:blip r:embed="rId3"/>
          <a:srcRect l="28418" r="47172"/>
          <a:stretch>
            <a:fillRect/>
          </a:stretch>
        </p:blipFill>
        <p:spPr>
          <a:xfrm>
            <a:off x="9434945" y="124691"/>
            <a:ext cx="2632364" cy="6594764"/>
          </a:xfrm>
          <a:prstGeom prst="rect">
            <a:avLst/>
          </a:prstGeom>
          <a:noFill/>
        </p:spPr>
      </p:pic>
    </p:spTree>
    <p:extLst>
      <p:ext uri="{BB962C8B-B14F-4D97-AF65-F5344CB8AC3E}">
        <p14:creationId xmlns:p14="http://schemas.microsoft.com/office/powerpoint/2010/main" val="18332369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EF8B1-08EF-9095-7C36-F1966AB0C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CC109-0F12-1318-02B1-E151F4AEE424}"/>
              </a:ext>
            </a:extLst>
          </p:cNvPr>
          <p:cNvSpPr>
            <a:spLocks noGrp="1"/>
          </p:cNvSpPr>
          <p:nvPr>
            <p:ph type="title"/>
          </p:nvPr>
        </p:nvSpPr>
        <p:spPr>
          <a:xfrm>
            <a:off x="731520" y="731520"/>
            <a:ext cx="6858000" cy="914400"/>
          </a:xfrm>
        </p:spPr>
        <p:txBody>
          <a:bodyPr anchor="b">
            <a:normAutofit/>
          </a:bodyPr>
          <a:lstStyle/>
          <a:p>
            <a:r>
              <a:rPr lang="en-US" sz="3100"/>
              <a:t>Key Pain Points in Current Process </a:t>
            </a:r>
            <a:r>
              <a:rPr lang="en-US" sz="2400"/>
              <a:t>(</a:t>
            </a:r>
            <a:r>
              <a:rPr lang="en-US" sz="2400" err="1"/>
              <a:t>AEMGOvau</a:t>
            </a:r>
            <a:r>
              <a:rPr lang="en-US" sz="2400"/>
              <a:t> </a:t>
            </a:r>
            <a:r>
              <a:rPr lang="en-US" sz="2400" err="1"/>
              <a:t>Usecase</a:t>
            </a:r>
            <a:r>
              <a:rPr lang="en-US" sz="2400"/>
              <a:t>) </a:t>
            </a:r>
          </a:p>
        </p:txBody>
      </p:sp>
      <p:sp>
        <p:nvSpPr>
          <p:cNvPr id="4" name="Content Placeholder 3">
            <a:extLst>
              <a:ext uri="{FF2B5EF4-FFF2-40B4-BE49-F238E27FC236}">
                <a16:creationId xmlns:a16="http://schemas.microsoft.com/office/drawing/2014/main" id="{8066E1C7-3B8E-723E-2516-F9CE89A4D70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1625" y="1794705"/>
            <a:ext cx="8603825" cy="2872545"/>
          </a:xfrm>
        </p:spPr>
        <p:txBody>
          <a:bodyPr vert="horz" lIns="91440" tIns="45720" rIns="91440" bIns="45720" rtlCol="0" anchor="t">
            <a:normAutofit/>
          </a:bodyPr>
          <a:lstStyle/>
          <a:p>
            <a:pPr fontAlgn="base">
              <a:spcBef>
                <a:spcPts val="700"/>
              </a:spcBef>
            </a:pPr>
            <a:r>
              <a:rPr lang="en-US" b="1"/>
              <a:t>High Manual Effort</a:t>
            </a:r>
            <a:r>
              <a:rPr lang="en-US"/>
              <a:t>​</a:t>
            </a:r>
          </a:p>
          <a:p>
            <a:pPr fontAlgn="base">
              <a:spcBef>
                <a:spcPts val="200"/>
              </a:spcBef>
            </a:pPr>
            <a:r>
              <a:rPr lang="en-US"/>
              <a:t>Maintaining ACSC ISM documentation requires about 100 person-days annually, diverting skilled resources from strategic tasks.​</a:t>
            </a:r>
          </a:p>
          <a:p>
            <a:pPr fontAlgn="base">
              <a:spcBef>
                <a:spcPts val="1200"/>
              </a:spcBef>
            </a:pPr>
            <a:r>
              <a:rPr lang="en-US" b="1"/>
              <a:t>Frequent Regulatory Changes</a:t>
            </a:r>
            <a:r>
              <a:rPr lang="en-US"/>
              <a:t>​</a:t>
            </a:r>
          </a:p>
          <a:p>
            <a:pPr fontAlgn="base">
              <a:spcBef>
                <a:spcPts val="200"/>
              </a:spcBef>
            </a:pPr>
            <a:r>
              <a:rPr lang="en-US"/>
              <a:t>Quarterly updates introduce new controls, requiring constant interpretation and implementation effort.​</a:t>
            </a:r>
          </a:p>
          <a:p>
            <a:pPr fontAlgn="base">
              <a:spcBef>
                <a:spcPts val="1200"/>
              </a:spcBef>
            </a:pPr>
            <a:r>
              <a:rPr lang="en-US" b="1"/>
              <a:t>Limited Continuous Assurance</a:t>
            </a:r>
            <a:r>
              <a:rPr lang="en-US"/>
              <a:t>​</a:t>
            </a:r>
          </a:p>
          <a:p>
            <a:pPr fontAlgn="base">
              <a:spcBef>
                <a:spcPts val="200"/>
              </a:spcBef>
            </a:pPr>
            <a:r>
              <a:rPr lang="en-US"/>
              <a:t>Point-in-time compliance checks provide snapshots but limit proactive risk management and ongoing assurance.​</a:t>
            </a:r>
          </a:p>
          <a:p>
            <a:pPr marL="0">
              <a:spcBef>
                <a:spcPts val="2500"/>
              </a:spcBef>
            </a:pPr>
            <a:endParaRPr lang="en-US" b="1"/>
          </a:p>
        </p:txBody>
      </p:sp>
      <p:sp>
        <p:nvSpPr>
          <p:cNvPr id="6" name="Rectangle 1">
            <a:extLst>
              <a:ext uri="{FF2B5EF4-FFF2-40B4-BE49-F238E27FC236}">
                <a16:creationId xmlns:a16="http://schemas.microsoft.com/office/drawing/2014/main" id="{5763B3F1-CE1A-05BD-5C0E-B13B277D222D}"/>
              </a:ext>
            </a:extLst>
          </p:cNvPr>
          <p:cNvSpPr>
            <a:spLocks noChangeArrowheads="1"/>
          </p:cNvSpPr>
          <p:nvPr/>
        </p:nvSpPr>
        <p:spPr bwMode="auto">
          <a:xfrm flipV="1">
            <a:off x="3611418" y="3764374"/>
            <a:ext cx="107141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FC8909A8-4AEB-5C41-A317-F9092D94D40C}"/>
              </a:ext>
            </a:extLst>
          </p:cNvPr>
          <p:cNvGraphicFramePr>
            <a:graphicFrameLocks noGrp="1"/>
          </p:cNvGraphicFramePr>
          <p:nvPr>
            <p:extLst>
              <p:ext uri="{D42A27DB-BD31-4B8C-83A1-F6EECF244321}">
                <p14:modId xmlns:p14="http://schemas.microsoft.com/office/powerpoint/2010/main" val="3495975787"/>
              </p:ext>
            </p:extLst>
          </p:nvPr>
        </p:nvGraphicFramePr>
        <p:xfrm>
          <a:off x="711625" y="4677937"/>
          <a:ext cx="8603826" cy="1611078"/>
        </p:xfrm>
        <a:graphic>
          <a:graphicData uri="http://schemas.openxmlformats.org/drawingml/2006/table">
            <a:tbl>
              <a:tblPr/>
              <a:tblGrid>
                <a:gridCol w="3212675">
                  <a:extLst>
                    <a:ext uri="{9D8B030D-6E8A-4147-A177-3AD203B41FA5}">
                      <a16:colId xmlns:a16="http://schemas.microsoft.com/office/drawing/2014/main" val="1401428557"/>
                    </a:ext>
                  </a:extLst>
                </a:gridCol>
                <a:gridCol w="3028950">
                  <a:extLst>
                    <a:ext uri="{9D8B030D-6E8A-4147-A177-3AD203B41FA5}">
                      <a16:colId xmlns:a16="http://schemas.microsoft.com/office/drawing/2014/main" val="2378399447"/>
                    </a:ext>
                  </a:extLst>
                </a:gridCol>
                <a:gridCol w="2362201">
                  <a:extLst>
                    <a:ext uri="{9D8B030D-6E8A-4147-A177-3AD203B41FA5}">
                      <a16:colId xmlns:a16="http://schemas.microsoft.com/office/drawing/2014/main" val="1556120577"/>
                    </a:ext>
                  </a:extLst>
                </a:gridCol>
              </a:tblGrid>
              <a:tr h="553389">
                <a:tc>
                  <a:txBody>
                    <a:bodyPr/>
                    <a:lstStyle/>
                    <a:p>
                      <a:pPr algn="l" fontAlgn="base">
                        <a:lnSpc>
                          <a:spcPts val="2850"/>
                        </a:lnSpc>
                        <a:buNone/>
                      </a:pPr>
                      <a:r>
                        <a:rPr lang="en-US" sz="1400" b="1" i="0" cap="all">
                          <a:solidFill>
                            <a:srgbClr val="131313"/>
                          </a:solidFill>
                          <a:effectLst/>
                          <a:latin typeface="Aptos Light" panose="020B0004020202020204" pitchFamily="34" charset="0"/>
                        </a:rPr>
                        <a:t>Scenario</a:t>
                      </a:r>
                      <a:r>
                        <a:rPr lang="en-US" sz="1400" b="1" i="0">
                          <a:solidFill>
                            <a:srgbClr val="FFFFFF"/>
                          </a:solidFill>
                          <a:effectLst/>
                          <a:latin typeface="Aptos Light" panose="020B0004020202020204" pitchFamily="34" charset="0"/>
                        </a:rPr>
                        <a:t>​</a:t>
                      </a:r>
                      <a:endParaRPr lang="en-US" sz="1400" b="1" i="0">
                        <a:solidFill>
                          <a:srgbClr val="FFFFFF"/>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850"/>
                        </a:lnSpc>
                        <a:buNone/>
                      </a:pPr>
                      <a:r>
                        <a:rPr lang="en-US" sz="1400" b="1" i="0" cap="all">
                          <a:solidFill>
                            <a:srgbClr val="131313"/>
                          </a:solidFill>
                          <a:effectLst/>
                          <a:latin typeface="Aptos Light" panose="020B0004020202020204" pitchFamily="34" charset="0"/>
                        </a:rPr>
                        <a:t>Annual Effort (Person-Days)</a:t>
                      </a:r>
                      <a:r>
                        <a:rPr lang="en-US" sz="1400" b="1" i="0">
                          <a:solidFill>
                            <a:srgbClr val="FFFFFF"/>
                          </a:solidFill>
                          <a:effectLst/>
                          <a:latin typeface="Aptos Light" panose="020B0004020202020204" pitchFamily="34" charset="0"/>
                        </a:rPr>
                        <a:t>​</a:t>
                      </a:r>
                      <a:endParaRPr lang="en-US" sz="1400" b="1" i="0">
                        <a:solidFill>
                          <a:srgbClr val="FFFFFF"/>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850"/>
                        </a:lnSpc>
                        <a:buNone/>
                      </a:pPr>
                      <a:r>
                        <a:rPr lang="en-US" sz="1400" b="1" i="0" cap="all">
                          <a:solidFill>
                            <a:srgbClr val="131313"/>
                          </a:solidFill>
                          <a:effectLst/>
                          <a:latin typeface="Aptos Light" panose="020B0004020202020204" pitchFamily="34" charset="0"/>
                        </a:rPr>
                        <a:t>Annual Effort (Hours)</a:t>
                      </a:r>
                      <a:r>
                        <a:rPr lang="en-US" sz="1400" b="1" i="0">
                          <a:solidFill>
                            <a:srgbClr val="FFFFFF"/>
                          </a:solidFill>
                          <a:effectLst/>
                          <a:latin typeface="Aptos Light" panose="020B0004020202020204" pitchFamily="34" charset="0"/>
                        </a:rPr>
                        <a:t>​</a:t>
                      </a:r>
                      <a:endParaRPr lang="en-US" sz="1400" b="1" i="0">
                        <a:solidFill>
                          <a:srgbClr val="FFFFFF"/>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3325644990"/>
                  </a:ext>
                </a:extLst>
              </a:tr>
              <a:tr h="352563">
                <a:tc>
                  <a:txBody>
                    <a:bodyPr/>
                    <a:lstStyle/>
                    <a:p>
                      <a:pPr algn="l" fontAlgn="base">
                        <a:lnSpc>
                          <a:spcPts val="2250"/>
                        </a:lnSpc>
                        <a:buNone/>
                      </a:pPr>
                      <a:r>
                        <a:rPr lang="en-US" sz="1400" b="1" i="0">
                          <a:solidFill>
                            <a:srgbClr val="131313"/>
                          </a:solidFill>
                          <a:effectLst/>
                          <a:latin typeface="Aptos Light" panose="020B0004020202020204" pitchFamily="34" charset="0"/>
                        </a:rPr>
                        <a:t>Manual Process</a:t>
                      </a:r>
                      <a:r>
                        <a:rPr lang="en-US" sz="1400" b="0" i="0">
                          <a:solidFill>
                            <a:srgbClr val="131313"/>
                          </a:solidFill>
                          <a:effectLst/>
                          <a:latin typeface="Aptos Light" panose="020B0004020202020204" pitchFamily="34" charset="0"/>
                        </a:rPr>
                        <a:t>​</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100​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~800​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1096646935"/>
                  </a:ext>
                </a:extLst>
              </a:tr>
              <a:tr h="352563">
                <a:tc>
                  <a:txBody>
                    <a:bodyPr/>
                    <a:lstStyle/>
                    <a:p>
                      <a:pPr algn="l" fontAlgn="base">
                        <a:lnSpc>
                          <a:spcPts val="2250"/>
                        </a:lnSpc>
                        <a:buNone/>
                      </a:pPr>
                      <a:r>
                        <a:rPr lang="en-US" sz="1400" b="1" i="0">
                          <a:solidFill>
                            <a:srgbClr val="131313"/>
                          </a:solidFill>
                          <a:effectLst/>
                          <a:latin typeface="Aptos Light" panose="020B0004020202020204" pitchFamily="34" charset="0"/>
                        </a:rPr>
                        <a:t>OSCAL Automation (Range)</a:t>
                      </a:r>
                      <a:r>
                        <a:rPr lang="en-US" sz="1400" b="0" i="0">
                          <a:solidFill>
                            <a:srgbClr val="131313"/>
                          </a:solidFill>
                          <a:effectLst/>
                          <a:latin typeface="Aptos Light" panose="020B0004020202020204" pitchFamily="34" charset="0"/>
                        </a:rPr>
                        <a:t>​</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40–50​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~320–400​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2339382685"/>
                  </a:ext>
                </a:extLst>
              </a:tr>
              <a:tr h="352563">
                <a:tc>
                  <a:txBody>
                    <a:bodyPr/>
                    <a:lstStyle/>
                    <a:p>
                      <a:pPr algn="l" fontAlgn="base">
                        <a:lnSpc>
                          <a:spcPts val="2250"/>
                        </a:lnSpc>
                        <a:buNone/>
                      </a:pPr>
                      <a:r>
                        <a:rPr lang="en-US" sz="1400" b="1" i="0">
                          <a:solidFill>
                            <a:srgbClr val="131313"/>
                          </a:solidFill>
                          <a:effectLst/>
                          <a:latin typeface="Aptos Light" panose="020B0004020202020204" pitchFamily="34" charset="0"/>
                        </a:rPr>
                        <a:t>Savings</a:t>
                      </a:r>
                      <a:r>
                        <a:rPr lang="en-US" sz="1400" b="0" i="0">
                          <a:solidFill>
                            <a:srgbClr val="131313"/>
                          </a:solidFill>
                          <a:effectLst/>
                          <a:latin typeface="Aptos Light" panose="020B0004020202020204" pitchFamily="34" charset="0"/>
                        </a:rPr>
                        <a:t>​</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50–60​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~400–480​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24394201"/>
                  </a:ext>
                </a:extLst>
              </a:tr>
            </a:tbl>
          </a:graphicData>
        </a:graphic>
      </p:graphicFrame>
      <p:pic>
        <p:nvPicPr>
          <p:cNvPr id="23" name="Picture Placeholder 22" descr="A person sitting at a desk with a computer and papers on it&#10;&#10;AI-generated content may be incorrect.">
            <a:extLst>
              <a:ext uri="{FF2B5EF4-FFF2-40B4-BE49-F238E27FC236}">
                <a16:creationId xmlns:a16="http://schemas.microsoft.com/office/drawing/2014/main" id="{D940FF0C-AF20-8146-9F8B-41C1D2357753}"/>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22570" r="22570"/>
          <a:stretch>
            <a:fillRect/>
          </a:stretch>
        </p:blipFill>
        <p:spPr>
          <a:xfrm>
            <a:off x="9421091" y="138545"/>
            <a:ext cx="2632364" cy="6580910"/>
          </a:xfrm>
        </p:spPr>
      </p:pic>
    </p:spTree>
    <p:extLst>
      <p:ext uri="{BB962C8B-B14F-4D97-AF65-F5344CB8AC3E}">
        <p14:creationId xmlns:p14="http://schemas.microsoft.com/office/powerpoint/2010/main" val="2644275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DED7-4462-4CAE-C870-915B89A0701A}"/>
              </a:ext>
            </a:extLst>
          </p:cNvPr>
          <p:cNvSpPr>
            <a:spLocks noGrp="1"/>
          </p:cNvSpPr>
          <p:nvPr>
            <p:ph type="ctrTitle"/>
          </p:nvPr>
        </p:nvSpPr>
        <p:spPr>
          <a:xfrm>
            <a:off x="827902" y="836955"/>
            <a:ext cx="11182865" cy="4600018"/>
          </a:xfrm>
        </p:spPr>
        <p:txBody>
          <a:bodyPr anchor="b">
            <a:normAutofit/>
          </a:bodyPr>
          <a:lstStyle/>
          <a:p>
            <a:r>
              <a:rPr lang="en-US" sz="6800"/>
              <a:t>Future Scope and Benefits</a:t>
            </a:r>
          </a:p>
        </p:txBody>
      </p:sp>
    </p:spTree>
    <p:extLst>
      <p:ext uri="{BB962C8B-B14F-4D97-AF65-F5344CB8AC3E}">
        <p14:creationId xmlns:p14="http://schemas.microsoft.com/office/powerpoint/2010/main" val="8013418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1438-E729-E035-7C9A-E8D48F6ABC1D}"/>
              </a:ext>
            </a:extLst>
          </p:cNvPr>
          <p:cNvSpPr>
            <a:spLocks noGrp="1"/>
          </p:cNvSpPr>
          <p:nvPr>
            <p:ph type="title"/>
          </p:nvPr>
        </p:nvSpPr>
        <p:spPr>
          <a:xfrm>
            <a:off x="731520" y="731520"/>
            <a:ext cx="6858000" cy="914400"/>
          </a:xfrm>
        </p:spPr>
        <p:txBody>
          <a:bodyPr anchor="b">
            <a:normAutofit/>
          </a:bodyPr>
          <a:lstStyle/>
          <a:p>
            <a:r>
              <a:rPr lang="en-US" sz="3100"/>
              <a:t>Opportunities with OSCAL Adoption</a:t>
            </a:r>
          </a:p>
        </p:txBody>
      </p:sp>
      <p:sp>
        <p:nvSpPr>
          <p:cNvPr id="4" name="Content Placeholder 3">
            <a:extLst>
              <a:ext uri="{FF2B5EF4-FFF2-40B4-BE49-F238E27FC236}">
                <a16:creationId xmlns:a16="http://schemas.microsoft.com/office/drawing/2014/main" id="{FF5F5206-0C29-02EF-C405-FF8B92D918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52368"/>
            <a:ext cx="8251842" cy="4338650"/>
          </a:xfrm>
        </p:spPr>
        <p:txBody>
          <a:bodyPr>
            <a:normAutofit fontScale="92500" lnSpcReduction="20000"/>
          </a:bodyPr>
          <a:lstStyle/>
          <a:p>
            <a:pPr>
              <a:spcBef>
                <a:spcPts val="2500"/>
              </a:spcBef>
            </a:pPr>
            <a:r>
              <a:rPr lang="en-US" b="1"/>
              <a:t>Global OSCAL Adoption</a:t>
            </a:r>
          </a:p>
          <a:p>
            <a:pPr marL="0" lvl="1"/>
            <a:r>
              <a:rPr lang="en-US"/>
              <a:t>OSCAL adoption is increasing worldwide with key regulatory bodies endorsing machine-readable compliance standards.</a:t>
            </a:r>
            <a:endParaRPr lang="en-US" b="1"/>
          </a:p>
          <a:p>
            <a:pPr marL="0" indent="0">
              <a:spcBef>
                <a:spcPts val="2500"/>
              </a:spcBef>
              <a:buFont typeface="Arial" panose="020B0604020202020204" pitchFamily="34" charset="0"/>
              <a:buNone/>
            </a:pPr>
            <a:r>
              <a:rPr lang="en-US" b="1"/>
              <a:t>Automation and Accuracy</a:t>
            </a:r>
          </a:p>
          <a:p>
            <a:pPr marL="0" lvl="1"/>
            <a:r>
              <a:rPr lang="en-AU"/>
              <a:t>OSCAL automates SSP and </a:t>
            </a:r>
            <a:r>
              <a:rPr lang="en-AU" err="1"/>
              <a:t>SoA</a:t>
            </a:r>
            <a:r>
              <a:rPr lang="en-AU"/>
              <a:t> creation, enhances documentation accuracy, reduces manual effort, and improves transparency.</a:t>
            </a:r>
            <a:endParaRPr lang="en-US"/>
          </a:p>
          <a:p>
            <a:pPr marL="0" indent="0">
              <a:spcBef>
                <a:spcPts val="2500"/>
              </a:spcBef>
              <a:buFont typeface="Arial" panose="020B0604020202020204" pitchFamily="34" charset="0"/>
              <a:buNone/>
            </a:pPr>
            <a:r>
              <a:rPr lang="en-US" b="1"/>
              <a:t>Continuous Compliance Tracking</a:t>
            </a:r>
          </a:p>
          <a:p>
            <a:pPr marL="0" lvl="1" indent="0">
              <a:buFont typeface="Arial" panose="020B0604020202020204" pitchFamily="34" charset="0"/>
              <a:buNone/>
            </a:pPr>
            <a:r>
              <a:t>Enables ongoing compliance monitoring for faster, higher-quality assessments and reduced operational overhead.</a:t>
            </a:r>
            <a:endParaRPr lang="en-US"/>
          </a:p>
          <a:p>
            <a:pPr marL="0" indent="0">
              <a:spcBef>
                <a:spcPts val="2500"/>
              </a:spcBef>
              <a:buFont typeface="Arial" panose="020B0604020202020204" pitchFamily="34" charset="0"/>
              <a:buNone/>
            </a:pPr>
            <a:r>
              <a:rPr lang="en-US" b="1"/>
              <a:t>Integration and Future Enhancements</a:t>
            </a:r>
          </a:p>
          <a:p>
            <a:pPr marL="0" lvl="1" indent="0">
              <a:buFont typeface="Arial" panose="020B0604020202020204" pitchFamily="34" charset="0"/>
              <a:buNone/>
            </a:pPr>
            <a:r>
              <a:t>Prototype integration with existing workflows and planned support for multiple standards and governance tools</a:t>
            </a:r>
            <a:r>
              <a:rPr lang="en-AU"/>
              <a:t> along with dashboard for metrics collection. </a:t>
            </a:r>
            <a:endParaRPr lang="en-US"/>
          </a:p>
          <a:p>
            <a:pPr marL="0" indent="0">
              <a:spcBef>
                <a:spcPts val="2500"/>
              </a:spcBef>
              <a:buFont typeface="Arial" panose="020B0604020202020204" pitchFamily="34" charset="0"/>
              <a:buNone/>
            </a:pPr>
            <a:r>
              <a:rPr lang="en-US" b="1"/>
              <a:t>Industry Leadership Potential</a:t>
            </a:r>
          </a:p>
          <a:p>
            <a:pPr marL="0" lvl="1" indent="0">
              <a:buFont typeface="Arial" panose="020B0604020202020204" pitchFamily="34" charset="0"/>
              <a:buNone/>
            </a:pPr>
            <a:r>
              <a:t>Adopting OSCAL </a:t>
            </a:r>
            <a:r>
              <a:rPr i="1"/>
              <a:t>positions Adobe as a leader in compliance automation </a:t>
            </a:r>
            <a:r>
              <a:t>and global regulatory readiness.</a:t>
            </a:r>
            <a:endParaRPr lang="en-US"/>
          </a:p>
        </p:txBody>
      </p:sp>
      <p:pic>
        <p:nvPicPr>
          <p:cNvPr id="5" name="Content Placeholder 4" descr="Download or upload files concept">
            <a:extLst>
              <a:ext uri="{FF2B5EF4-FFF2-40B4-BE49-F238E27FC236}">
                <a16:creationId xmlns:a16="http://schemas.microsoft.com/office/drawing/2014/main" id="{8A79CBC0-757D-4562-9747-1E7FC3BBD048}"/>
              </a:ext>
            </a:extLst>
          </p:cNvPr>
          <p:cNvPicPr>
            <a:picLocks noGrp="1" noChangeAspect="1"/>
          </p:cNvPicPr>
          <p:nvPr>
            <p:ph type="pic" sz="quarter" idx="18"/>
          </p:nvPr>
        </p:nvPicPr>
        <p:blipFill>
          <a:blip r:embed="rId3"/>
          <a:srcRect l="33915" r="38657" b="-2"/>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1705617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3BC81-FAB3-4406-6CCE-46366DF437FA}"/>
              </a:ext>
            </a:extLst>
          </p:cNvPr>
          <p:cNvSpPr>
            <a:spLocks noGrp="1"/>
          </p:cNvSpPr>
          <p:nvPr>
            <p:ph type="ctrTitle"/>
          </p:nvPr>
        </p:nvSpPr>
        <p:spPr>
          <a:xfrm>
            <a:off x="864973" y="836955"/>
            <a:ext cx="11232292" cy="4600018"/>
          </a:xfrm>
        </p:spPr>
        <p:txBody>
          <a:bodyPr anchor="b">
            <a:normAutofit/>
          </a:bodyPr>
          <a:lstStyle/>
          <a:p>
            <a:r>
              <a:rPr lang="en-US" sz="6800"/>
              <a:t>Why Investment Matters</a:t>
            </a:r>
          </a:p>
        </p:txBody>
      </p:sp>
    </p:spTree>
    <p:extLst>
      <p:ext uri="{BB962C8B-B14F-4D97-AF65-F5344CB8AC3E}">
        <p14:creationId xmlns:p14="http://schemas.microsoft.com/office/powerpoint/2010/main" val="1503440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F2222-C4F6-3C84-92E3-65ADA02A79A5}"/>
              </a:ext>
            </a:extLst>
          </p:cNvPr>
          <p:cNvSpPr>
            <a:spLocks noGrp="1"/>
          </p:cNvSpPr>
          <p:nvPr>
            <p:ph type="title"/>
          </p:nvPr>
        </p:nvSpPr>
        <p:spPr>
          <a:xfrm>
            <a:off x="558525" y="109782"/>
            <a:ext cx="7596934" cy="914400"/>
          </a:xfrm>
        </p:spPr>
        <p:txBody>
          <a:bodyPr anchor="b">
            <a:normAutofit/>
          </a:bodyPr>
          <a:lstStyle/>
          <a:p>
            <a:r>
              <a:rPr lang="en-US" sz="3100"/>
              <a:t>Strategic Importance for Adobe</a:t>
            </a:r>
          </a:p>
        </p:txBody>
      </p:sp>
      <p:sp>
        <p:nvSpPr>
          <p:cNvPr id="4" name="Content Placeholder 3">
            <a:extLst>
              <a:ext uri="{FF2B5EF4-FFF2-40B4-BE49-F238E27FC236}">
                <a16:creationId xmlns:a16="http://schemas.microsoft.com/office/drawing/2014/main" id="{04364905-3D06-E066-F88A-B8ED3F85D18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8525" y="1421027"/>
            <a:ext cx="8710166" cy="4758780"/>
          </a:xfrm>
        </p:spPr>
        <p:txBody>
          <a:bodyPr>
            <a:normAutofit/>
          </a:bodyPr>
          <a:lstStyle/>
          <a:p>
            <a:pPr>
              <a:spcBef>
                <a:spcPts val="2500"/>
              </a:spcBef>
            </a:pPr>
            <a:r>
              <a:rPr lang="en-AU" sz="2000" b="1">
                <a:latin typeface="+mj-lt"/>
              </a:rPr>
              <a:t>Establishes Adobe as a trailblazer in compliance automation.</a:t>
            </a:r>
            <a:endParaRPr lang="en-US" sz="2000" b="1">
              <a:latin typeface="+mj-lt"/>
            </a:endParaRPr>
          </a:p>
          <a:p>
            <a:pPr marL="0" indent="0">
              <a:spcBef>
                <a:spcPts val="2500"/>
              </a:spcBef>
              <a:buFont typeface="Arial" panose="020B0604020202020204" pitchFamily="34" charset="0"/>
              <a:buNone/>
            </a:pPr>
            <a:r>
              <a:rPr lang="en-US" b="1"/>
              <a:t>Compliance with Regulations</a:t>
            </a:r>
          </a:p>
          <a:p>
            <a:pPr marL="0" lvl="1" indent="0">
              <a:buFont typeface="Arial" panose="020B0604020202020204" pitchFamily="34" charset="0"/>
              <a:buNone/>
            </a:pPr>
            <a:r>
              <a:t>Adopting OSCAL ensures Adobe meets regulatory mandates like FedRAMP</a:t>
            </a:r>
            <a:r>
              <a:rPr lang="en-AU"/>
              <a:t>, ACSC ISM, CCCS </a:t>
            </a:r>
            <a:r>
              <a:t> and Singapore IM8 effectively and accurately.</a:t>
            </a:r>
            <a:endParaRPr lang="en-US"/>
          </a:p>
          <a:p>
            <a:pPr marL="0" indent="0">
              <a:spcBef>
                <a:spcPts val="2500"/>
              </a:spcBef>
              <a:buFont typeface="Arial" panose="020B0604020202020204" pitchFamily="34" charset="0"/>
              <a:buNone/>
            </a:pPr>
            <a:r>
              <a:rPr lang="en-US" b="1"/>
              <a:t>Operational Efficiency</a:t>
            </a:r>
          </a:p>
          <a:p>
            <a:pPr marL="0" lvl="1" indent="0">
              <a:buFont typeface="Arial" panose="020B0604020202020204" pitchFamily="34" charset="0"/>
              <a:buNone/>
            </a:pPr>
            <a:r>
              <a:t>Using OSCAL reduces audit timelines and streamlines compliance processes, enhancing Adobe's operational efficiency.</a:t>
            </a:r>
            <a:endParaRPr lang="en-US"/>
          </a:p>
          <a:p>
            <a:pPr marL="0" indent="0">
              <a:spcBef>
                <a:spcPts val="2500"/>
              </a:spcBef>
              <a:buFont typeface="Arial" panose="020B0604020202020204" pitchFamily="34" charset="0"/>
              <a:buNone/>
            </a:pPr>
            <a:r>
              <a:rPr lang="en-US" b="1"/>
              <a:t>Competitive Advantage</a:t>
            </a:r>
          </a:p>
          <a:p>
            <a:pPr marL="0" lvl="1" indent="0">
              <a:buFont typeface="Arial" panose="020B0604020202020204" pitchFamily="34" charset="0"/>
              <a:buNone/>
            </a:pPr>
            <a:r>
              <a:t>Integrating OSCAL positions Adobe as an innovator in compliance automation, boosting reputation and market position.</a:t>
            </a:r>
            <a:endParaRPr lang="en-US"/>
          </a:p>
          <a:p>
            <a:pPr marL="0" indent="0">
              <a:spcBef>
                <a:spcPts val="2500"/>
              </a:spcBef>
              <a:buFont typeface="Arial" panose="020B0604020202020204" pitchFamily="34" charset="0"/>
              <a:buNone/>
            </a:pPr>
            <a:r>
              <a:rPr lang="en-US" b="1"/>
              <a:t>Scalable Global Compliance</a:t>
            </a:r>
          </a:p>
          <a:p>
            <a:pPr marL="0" lvl="1" indent="0">
              <a:buFont typeface="Arial" panose="020B0604020202020204" pitchFamily="34" charset="0"/>
              <a:buNone/>
            </a:pPr>
            <a:r>
              <a:t>OSCAL enables Adobe to scale compliance globally while maintaining accuracy and transparency across operations.</a:t>
            </a:r>
            <a:endParaRPr lang="en-US"/>
          </a:p>
        </p:txBody>
      </p:sp>
      <p:pic>
        <p:nvPicPr>
          <p:cNvPr id="9" name="Picture Placeholder 8" descr="Hands holding a tablet with colorful icons on it&#10;&#10;AI-generated content may be incorrect.">
            <a:extLst>
              <a:ext uri="{FF2B5EF4-FFF2-40B4-BE49-F238E27FC236}">
                <a16:creationId xmlns:a16="http://schemas.microsoft.com/office/drawing/2014/main" id="{07E08D1E-A18D-5D2D-B3F6-82ABB6080A59}"/>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t="7262" b="7262"/>
          <a:stretch>
            <a:fillRect/>
          </a:stretch>
        </p:blipFill>
        <p:spPr>
          <a:xfrm>
            <a:off x="9372001" y="1421027"/>
            <a:ext cx="2745857" cy="2886896"/>
          </a:xfrm>
        </p:spPr>
      </p:pic>
    </p:spTree>
    <p:extLst>
      <p:ext uri="{BB962C8B-B14F-4D97-AF65-F5344CB8AC3E}">
        <p14:creationId xmlns:p14="http://schemas.microsoft.com/office/powerpoint/2010/main" val="1420985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A995C-7916-B79C-C2BD-9271D067263C}"/>
              </a:ext>
            </a:extLst>
          </p:cNvPr>
          <p:cNvSpPr>
            <a:spLocks noGrp="1"/>
          </p:cNvSpPr>
          <p:nvPr>
            <p:ph type="ctrTitle"/>
          </p:nvPr>
        </p:nvSpPr>
        <p:spPr>
          <a:xfrm>
            <a:off x="852616" y="836955"/>
            <a:ext cx="11339384" cy="4562948"/>
          </a:xfrm>
        </p:spPr>
        <p:txBody>
          <a:bodyPr anchor="b">
            <a:normAutofit/>
          </a:bodyPr>
          <a:lstStyle/>
          <a:p>
            <a:r>
              <a:rPr lang="en-US" sz="6800"/>
              <a:t>Demo and Next Steps</a:t>
            </a:r>
          </a:p>
        </p:txBody>
      </p:sp>
    </p:spTree>
    <p:extLst>
      <p:ext uri="{BB962C8B-B14F-4D97-AF65-F5344CB8AC3E}">
        <p14:creationId xmlns:p14="http://schemas.microsoft.com/office/powerpoint/2010/main" val="2754576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37F72-21FC-4FD3-B2F9-9535B41F4F13}"/>
              </a:ext>
            </a:extLst>
          </p:cNvPr>
          <p:cNvSpPr>
            <a:spLocks noGrp="1"/>
          </p:cNvSpPr>
          <p:nvPr>
            <p:ph type="title"/>
          </p:nvPr>
        </p:nvSpPr>
        <p:spPr>
          <a:xfrm>
            <a:off x="5362832" y="101326"/>
            <a:ext cx="6437871" cy="1447800"/>
          </a:xfrm>
        </p:spPr>
        <p:txBody>
          <a:bodyPr anchor="b">
            <a:normAutofit/>
          </a:bodyPr>
          <a:lstStyle/>
          <a:p>
            <a:r>
              <a:rPr lang="en-US" sz="3700"/>
              <a:t>Prototype Overview and Action Plan</a:t>
            </a:r>
          </a:p>
        </p:txBody>
      </p:sp>
      <p:sp>
        <p:nvSpPr>
          <p:cNvPr id="4" name="Content Placeholder 3">
            <a:extLst>
              <a:ext uri="{FF2B5EF4-FFF2-40B4-BE49-F238E27FC236}">
                <a16:creationId xmlns:a16="http://schemas.microsoft.com/office/drawing/2014/main" id="{5FF62A10-FECF-775B-6CE7-45995242EA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62832" y="2014152"/>
            <a:ext cx="6697363" cy="4380470"/>
          </a:xfrm>
        </p:spPr>
        <p:txBody>
          <a:bodyPr>
            <a:normAutofit fontScale="92500" lnSpcReduction="10000"/>
          </a:bodyPr>
          <a:lstStyle/>
          <a:p>
            <a:pPr>
              <a:spcBef>
                <a:spcPts val="2500"/>
              </a:spcBef>
            </a:pPr>
            <a:r>
              <a:rPr lang="en-US" b="1"/>
              <a:t>Prototype is available at </a:t>
            </a:r>
            <a:r>
              <a:rPr lang="en-AU">
                <a:latin typeface="Arial"/>
                <a:hlinkClick r:id="rId3"/>
              </a:rPr>
              <a:t>https://keekar.ddns.net</a:t>
            </a:r>
            <a:endParaRPr lang="en-AU">
              <a:latin typeface="Arial"/>
            </a:endParaRPr>
          </a:p>
          <a:p>
            <a:pPr marL="0" indent="0">
              <a:spcBef>
                <a:spcPts val="2500"/>
              </a:spcBef>
              <a:buFont typeface="Arial" panose="020B0604020202020204" pitchFamily="34" charset="0"/>
              <a:buNone/>
            </a:pPr>
            <a:r>
              <a:rPr lang="en-US" b="1"/>
              <a:t>Prototype Tool Features</a:t>
            </a:r>
          </a:p>
          <a:p>
            <a:pPr marL="0" lvl="1" indent="0">
              <a:buFont typeface="Arial" panose="020B0604020202020204" pitchFamily="34" charset="0"/>
              <a:buNone/>
            </a:pPr>
            <a:r>
              <a:t>Supports conversion of compliance data into OSCAL format with tracking and documentation management features.</a:t>
            </a:r>
            <a:endParaRPr lang="en-US"/>
          </a:p>
          <a:p>
            <a:pPr marL="0" indent="0">
              <a:spcBef>
                <a:spcPts val="2500"/>
              </a:spcBef>
              <a:buFont typeface="Arial" panose="020B0604020202020204" pitchFamily="34" charset="0"/>
              <a:buNone/>
            </a:pPr>
            <a:r>
              <a:rPr lang="en-US" b="1"/>
              <a:t>Leadership Inputs &amp; Decisions</a:t>
            </a:r>
          </a:p>
          <a:p>
            <a:pPr marL="0" lvl="1"/>
            <a:r>
              <a:t>Plan leadership review, feedback gathering, integration decisions, and roadmap for SSA compliance automation.</a:t>
            </a:r>
            <a:r>
              <a:rPr lang="en-AU"/>
              <a:t> Your feedback will guide decisions on open-source contribution or internal adoption for SSA</a:t>
            </a:r>
            <a:endParaRPr lang="en-US"/>
          </a:p>
          <a:p>
            <a:pPr marL="0" indent="0">
              <a:spcBef>
                <a:spcPts val="2500"/>
              </a:spcBef>
              <a:buFont typeface="Arial" panose="020B0604020202020204" pitchFamily="34" charset="0"/>
              <a:buNone/>
            </a:pPr>
            <a:r>
              <a:rPr lang="en-US" b="1"/>
              <a:t>Collaboration and Goals</a:t>
            </a:r>
          </a:p>
          <a:p>
            <a:pPr marL="0" lvl="1" indent="0">
              <a:buFont typeface="Arial" panose="020B0604020202020204" pitchFamily="34" charset="0"/>
              <a:buNone/>
            </a:pPr>
            <a:r>
              <a:t>Collaboration across leadership to align priorities and resources to enhance compliance efficiency and reduce risks.</a:t>
            </a:r>
            <a:endParaRPr lang="en-AU"/>
          </a:p>
          <a:p>
            <a:pPr>
              <a:spcBef>
                <a:spcPts val="2500"/>
              </a:spcBef>
            </a:pPr>
            <a:r>
              <a:rPr lang="en-US" b="1"/>
              <a:t>Strategic Alignment</a:t>
            </a:r>
          </a:p>
          <a:p>
            <a:pPr marL="0" lvl="1"/>
            <a:r>
              <a:rPr lang="en-US"/>
              <a:t>Engagement ensures alignment with compliance roadmap and investment priorities.</a:t>
            </a:r>
          </a:p>
          <a:p>
            <a:pPr marL="0" lvl="1" indent="0">
              <a:buFont typeface="Arial" panose="020B0604020202020204" pitchFamily="34" charset="0"/>
              <a:buNone/>
            </a:pPr>
            <a:endParaRPr lang="en-US"/>
          </a:p>
        </p:txBody>
      </p:sp>
      <p:pic>
        <p:nvPicPr>
          <p:cNvPr id="8" name="Picture Placeholder 7" descr="A group of people clapping at a table&#10;&#10;AI-generated content may be incorrect.">
            <a:extLst>
              <a:ext uri="{FF2B5EF4-FFF2-40B4-BE49-F238E27FC236}">
                <a16:creationId xmlns:a16="http://schemas.microsoft.com/office/drawing/2014/main" id="{69C4A519-C99D-B907-49D0-4FBC6F1B46D9}"/>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Lst>
          </a:blip>
          <a:srcRect l="15142" r="15142"/>
          <a:stretch>
            <a:fillRect/>
          </a:stretch>
        </p:blipFill>
        <p:spPr/>
      </p:pic>
    </p:spTree>
    <p:extLst>
      <p:ext uri="{BB962C8B-B14F-4D97-AF65-F5344CB8AC3E}">
        <p14:creationId xmlns:p14="http://schemas.microsoft.com/office/powerpoint/2010/main" val="12336674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1F59C-DDD7-5529-82F4-55CD54273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3C4D5-3612-C49B-7086-862C703A8EF5}"/>
              </a:ext>
            </a:extLst>
          </p:cNvPr>
          <p:cNvSpPr>
            <a:spLocks noGrp="1"/>
          </p:cNvSpPr>
          <p:nvPr>
            <p:ph type="ctrTitle"/>
          </p:nvPr>
        </p:nvSpPr>
        <p:spPr>
          <a:xfrm>
            <a:off x="852616" y="836955"/>
            <a:ext cx="11339384" cy="4649446"/>
          </a:xfrm>
        </p:spPr>
        <p:txBody>
          <a:bodyPr anchor="b">
            <a:normAutofit/>
          </a:bodyPr>
          <a:lstStyle/>
          <a:p>
            <a:r>
              <a:rPr lang="en-US"/>
              <a:t>Tool ARCHITECTURE</a:t>
            </a:r>
          </a:p>
        </p:txBody>
      </p:sp>
    </p:spTree>
    <p:extLst>
      <p:ext uri="{BB962C8B-B14F-4D97-AF65-F5344CB8AC3E}">
        <p14:creationId xmlns:p14="http://schemas.microsoft.com/office/powerpoint/2010/main" val="2684110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EC2D9-FA16-4A18-239E-B3532E4C1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A4A80-08C2-F40E-D849-07ADC305A354}"/>
              </a:ext>
            </a:extLst>
          </p:cNvPr>
          <p:cNvSpPr>
            <a:spLocks noGrp="1"/>
          </p:cNvSpPr>
          <p:nvPr>
            <p:ph type="title"/>
          </p:nvPr>
        </p:nvSpPr>
        <p:spPr>
          <a:xfrm>
            <a:off x="830195" y="368449"/>
            <a:ext cx="10052958" cy="962590"/>
          </a:xfrm>
        </p:spPr>
        <p:txBody>
          <a:bodyPr anchor="b">
            <a:normAutofit/>
          </a:bodyPr>
          <a:lstStyle/>
          <a:p>
            <a:r>
              <a:rPr lang="en-US"/>
              <a:t>SYSTEM DESIGN OVERVIEW</a:t>
            </a:r>
          </a:p>
        </p:txBody>
      </p:sp>
      <p:sp>
        <p:nvSpPr>
          <p:cNvPr id="4" name="Content Placeholder 3">
            <a:extLst>
              <a:ext uri="{FF2B5EF4-FFF2-40B4-BE49-F238E27FC236}">
                <a16:creationId xmlns:a16="http://schemas.microsoft.com/office/drawing/2014/main" id="{77EDCAC2-C316-83DA-98FA-0BEE1B2FDFEC}"/>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45775" y="1474694"/>
            <a:ext cx="7234398" cy="4899211"/>
          </a:xfrm>
        </p:spPr>
        <p:txBody>
          <a:bodyPr>
            <a:normAutofit/>
          </a:bodyPr>
          <a:lstStyle/>
          <a:p>
            <a:pPr marL="0" indent="0">
              <a:lnSpc>
                <a:spcPct val="90000"/>
              </a:lnSpc>
              <a:spcBef>
                <a:spcPts val="2500"/>
              </a:spcBef>
              <a:buFont typeface="Arial" panose="020B0604020202020204" pitchFamily="34" charset="0"/>
              <a:buNone/>
            </a:pPr>
            <a:r>
              <a:rPr lang="en-AU" sz="1300" b="1"/>
              <a:t>Frontend Interface</a:t>
            </a:r>
          </a:p>
          <a:p>
            <a:pPr marL="0" lvl="1" indent="0">
              <a:lnSpc>
                <a:spcPct val="90000"/>
              </a:lnSpc>
              <a:buNone/>
            </a:pPr>
            <a:r>
              <a:rPr lang="en-AU" sz="1300"/>
              <a:t>The React-based frontend offers an intuitive user interface for managing compliance workflows efficiently.</a:t>
            </a:r>
          </a:p>
          <a:p>
            <a:pPr marL="0" indent="0">
              <a:lnSpc>
                <a:spcPct val="90000"/>
              </a:lnSpc>
              <a:spcBef>
                <a:spcPts val="2500"/>
              </a:spcBef>
              <a:buFont typeface="Arial" panose="020B0604020202020204" pitchFamily="34" charset="0"/>
              <a:buNone/>
            </a:pPr>
            <a:r>
              <a:rPr lang="en-AU" sz="1300" b="1"/>
              <a:t>Backend Services</a:t>
            </a:r>
          </a:p>
          <a:p>
            <a:pPr marL="0" lvl="1" indent="0">
              <a:lnSpc>
                <a:spcPct val="90000"/>
              </a:lnSpc>
              <a:buNone/>
            </a:pPr>
            <a:r>
              <a:rPr lang="en-AU" sz="1300"/>
              <a:t>Node.js backend manages API endpoints for generating compliance documents like SSP, Statement of Applicability (</a:t>
            </a:r>
            <a:r>
              <a:rPr lang="en-AU" sz="1300" err="1"/>
              <a:t>SoA</a:t>
            </a:r>
            <a:r>
              <a:rPr lang="en-AU" sz="1300"/>
              <a:t>), and Cloud Control Matrix (CCM).</a:t>
            </a:r>
          </a:p>
          <a:p>
            <a:pPr marL="0" indent="0">
              <a:lnSpc>
                <a:spcPct val="90000"/>
              </a:lnSpc>
              <a:spcBef>
                <a:spcPts val="2500"/>
              </a:spcBef>
              <a:buFont typeface="Arial" panose="020B0604020202020204" pitchFamily="34" charset="0"/>
              <a:buNone/>
            </a:pPr>
            <a:r>
              <a:rPr lang="en-AU" sz="1300" b="1" err="1"/>
              <a:t>Catalog</a:t>
            </a:r>
            <a:r>
              <a:rPr lang="en-AU" sz="1300" b="1"/>
              <a:t> Integration</a:t>
            </a:r>
          </a:p>
          <a:p>
            <a:pPr marL="0" lvl="1" indent="0">
              <a:lnSpc>
                <a:spcPct val="90000"/>
              </a:lnSpc>
              <a:buNone/>
            </a:pPr>
            <a:r>
              <a:rPr lang="en-AU" sz="1300"/>
              <a:t>The system integrates with external OSCAL catalogues like NIST SP 800-53 and ACSC ISM for compliance data.</a:t>
            </a:r>
          </a:p>
          <a:p>
            <a:pPr marL="0" indent="0">
              <a:lnSpc>
                <a:spcPct val="90000"/>
              </a:lnSpc>
              <a:spcBef>
                <a:spcPts val="2500"/>
              </a:spcBef>
              <a:buFont typeface="Arial" panose="020B0604020202020204" pitchFamily="34" charset="0"/>
              <a:buNone/>
            </a:pPr>
            <a:r>
              <a:rPr lang="en-AU" sz="1300" b="1"/>
              <a:t>Extensibility and Export</a:t>
            </a:r>
          </a:p>
          <a:p>
            <a:pPr marL="0" lvl="1" indent="0">
              <a:lnSpc>
                <a:spcPct val="90000"/>
              </a:lnSpc>
              <a:buNone/>
            </a:pPr>
            <a:r>
              <a:rPr lang="en-AU" sz="1300"/>
              <a:t>Supports export in JSON, Excel, PDF formats and future enhancements including GRC integration and collaboration.</a:t>
            </a:r>
          </a:p>
          <a:p>
            <a:pPr marL="0" lvl="1" indent="0">
              <a:lnSpc>
                <a:spcPct val="90000"/>
              </a:lnSpc>
              <a:spcBef>
                <a:spcPts val="2500"/>
              </a:spcBef>
              <a:buNone/>
            </a:pPr>
            <a:r>
              <a:rPr lang="en-AU" sz="1300" b="1"/>
              <a:t>Monitoring Integration</a:t>
            </a:r>
          </a:p>
          <a:p>
            <a:pPr marL="0" lvl="1" indent="0">
              <a:lnSpc>
                <a:spcPct val="90000"/>
              </a:lnSpc>
              <a:buFont typeface="Arial" panose="020B0604020202020204" pitchFamily="34" charset="0"/>
              <a:buNone/>
            </a:pPr>
            <a:r>
              <a:rPr lang="en-AU" sz="1300"/>
              <a:t>Designed to leverage the existing APIs to fetch the real-time metrices for automated control monitoring and testing without storing credentials in tools. </a:t>
            </a:r>
          </a:p>
        </p:txBody>
      </p:sp>
      <p:pic>
        <p:nvPicPr>
          <p:cNvPr id="15" name="Picture Placeholder 14" descr="Close-up of a gears with text on it&#10;&#10;AI-generated content may be incorrect.">
            <a:extLst>
              <a:ext uri="{FF2B5EF4-FFF2-40B4-BE49-F238E27FC236}">
                <a16:creationId xmlns:a16="http://schemas.microsoft.com/office/drawing/2014/main" id="{5074079C-6B5A-672D-BB46-B9AB17AC8933}"/>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p:blipFill>
        <p:spPr>
          <a:xfrm>
            <a:off x="8297008" y="1610127"/>
            <a:ext cx="3399390" cy="3242329"/>
          </a:xfrm>
          <a:noFill/>
        </p:spPr>
      </p:pic>
    </p:spTree>
    <p:extLst>
      <p:ext uri="{BB962C8B-B14F-4D97-AF65-F5344CB8AC3E}">
        <p14:creationId xmlns:p14="http://schemas.microsoft.com/office/powerpoint/2010/main" val="3337152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09B3-4BE4-796B-60F1-1709D353C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AEE16-D6F8-5BF8-320D-6C45C3AEA4FC}"/>
              </a:ext>
            </a:extLst>
          </p:cNvPr>
          <p:cNvSpPr>
            <a:spLocks noGrp="1"/>
          </p:cNvSpPr>
          <p:nvPr>
            <p:ph type="ctrTitle"/>
          </p:nvPr>
        </p:nvSpPr>
        <p:spPr>
          <a:xfrm>
            <a:off x="852616" y="836955"/>
            <a:ext cx="11339384" cy="4649446"/>
          </a:xfrm>
        </p:spPr>
        <p:txBody>
          <a:bodyPr anchor="b">
            <a:normAutofit/>
          </a:bodyPr>
          <a:lstStyle/>
          <a:p>
            <a:r>
              <a:rPr lang="en-US"/>
              <a:t>Q&amp;A ? </a:t>
            </a:r>
          </a:p>
        </p:txBody>
      </p:sp>
    </p:spTree>
    <p:extLst>
      <p:ext uri="{BB962C8B-B14F-4D97-AF65-F5344CB8AC3E}">
        <p14:creationId xmlns:p14="http://schemas.microsoft.com/office/powerpoint/2010/main" val="21064970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DE86C-67FC-3DFF-2BC4-45F89E6DB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DE5E1-6333-3351-3696-896CE3B41693}"/>
              </a:ext>
            </a:extLst>
          </p:cNvPr>
          <p:cNvSpPr>
            <a:spLocks noGrp="1"/>
          </p:cNvSpPr>
          <p:nvPr>
            <p:ph type="ctrTitle"/>
          </p:nvPr>
        </p:nvSpPr>
        <p:spPr>
          <a:xfrm>
            <a:off x="852616" y="836955"/>
            <a:ext cx="11339384" cy="4649446"/>
          </a:xfrm>
        </p:spPr>
        <p:txBody>
          <a:bodyPr anchor="b">
            <a:normAutofit/>
          </a:bodyPr>
          <a:lstStyle/>
          <a:p>
            <a:r>
              <a:rPr lang="en-US"/>
              <a:t>Thankyou </a:t>
            </a:r>
          </a:p>
        </p:txBody>
      </p:sp>
    </p:spTree>
    <p:extLst>
      <p:ext uri="{BB962C8B-B14F-4D97-AF65-F5344CB8AC3E}">
        <p14:creationId xmlns:p14="http://schemas.microsoft.com/office/powerpoint/2010/main" val="873167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alaxy">
  <a:themeElements>
    <a:clrScheme name="Galaxy">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Custom 64">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_Copilot Layouts_win32_KO_V7" id="{277D7D6E-D023-4C41-8C54-008713810D9E}" vid="{6C12C930-BEAE-46EF-AAFA-5A28A00669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2.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B99ED26-B189-4BA1-99D0-1112D8C2F10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Galaxy</vt:lpstr>
      <vt:lpstr>OSCAL Compliance Tool – Executive Demo</vt:lpstr>
      <vt:lpstr>Introduction</vt:lpstr>
      <vt:lpstr>Purpose of the Session</vt:lpstr>
      <vt:lpstr>Story Time  for Problem Statement</vt:lpstr>
      <vt:lpstr>What Problem We are solving</vt:lpstr>
      <vt:lpstr>Background on OSCAL</vt:lpstr>
      <vt:lpstr>What is OSCAL and Why It Matters</vt:lpstr>
      <vt:lpstr>Existing Tools in Adobe</vt:lpstr>
      <vt:lpstr>Current Compliance Management Approach</vt:lpstr>
      <vt:lpstr>Challenges Faced</vt:lpstr>
      <vt:lpstr>Key Pain Points in Current Process</vt:lpstr>
      <vt:lpstr>Key Pain Points in Current Process (AEMGOvau Usecase) </vt:lpstr>
      <vt:lpstr>Future Scope and Benefits</vt:lpstr>
      <vt:lpstr>Opportunities with OSCAL Adoption</vt:lpstr>
      <vt:lpstr>Why Investment Matters</vt:lpstr>
      <vt:lpstr>Strategic Importance for Adobe</vt:lpstr>
      <vt:lpstr>Demo and Next Steps</vt:lpstr>
      <vt:lpstr>Prototype Overview and Action Plan</vt:lpstr>
      <vt:lpstr>Tool ARCHITECTURE</vt:lpstr>
      <vt:lpstr>SYSTEM DESIGN OVERVIEW</vt:lpstr>
      <vt:lpstr>Q&amp;A ? </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2025-05-21T23:03:00Z</dcterms:created>
  <dcterms:modified xsi:type="dcterms:W3CDTF">2025-12-16T01:21:01Z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